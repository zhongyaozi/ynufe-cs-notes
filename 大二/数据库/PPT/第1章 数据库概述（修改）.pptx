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wmf" ContentType="image/x-wmf"/>
  <Default Extension="rels" ContentType="application/vnd.openxmlformats-package.relationships+xml"/>
  <Default Extension="xml" ContentType="application/xml"/>
  <Default Extension="fntdata" ContentType="application/x-fontdata"/>
  <Default Extension="wav" ContentType="audio/x-wav"/>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360" r:id="rId4"/>
    <p:sldId id="259" r:id="rId5"/>
    <p:sldId id="260" r:id="rId6"/>
    <p:sldId id="261" r:id="rId7"/>
    <p:sldId id="377" r:id="rId8"/>
    <p:sldId id="262" r:id="rId9"/>
    <p:sldId id="263" r:id="rId10"/>
    <p:sldId id="264" r:id="rId11"/>
    <p:sldId id="265" r:id="rId12"/>
    <p:sldId id="266" r:id="rId13"/>
    <p:sldId id="267" r:id="rId14"/>
    <p:sldId id="268" r:id="rId15"/>
    <p:sldId id="269" r:id="rId16"/>
    <p:sldId id="367" r:id="rId17"/>
    <p:sldId id="343" r:id="rId18"/>
    <p:sldId id="375" r:id="rId19"/>
    <p:sldId id="370" r:id="rId20"/>
    <p:sldId id="371" r:id="rId21"/>
    <p:sldId id="372" r:id="rId22"/>
    <p:sldId id="373" r:id="rId23"/>
    <p:sldId id="374" r:id="rId24"/>
    <p:sldId id="376" r:id="rId25"/>
  </p:sldIdLst>
  <p:sldSz cx="9144000" cy="6858000" type="screen4x3"/>
  <p:notesSz cx="6858000" cy="9144000"/>
  <p:embeddedFontLst>
    <p:embeddedFont>
      <p:font typeface="等线" pitchFamily="2" charset="-122"/>
      <p:regular r:id="rId26"/>
      <p:bold r:id="rId27"/>
    </p:embeddedFont>
    <p:embeddedFont>
      <p:font typeface="Gulim" pitchFamily="34" charset="-127"/>
      <p:regular r:id="rId28"/>
    </p:embeddedFont>
    <p:embeddedFont>
      <p:font typeface="楷体_GB2312" charset="-122"/>
      <p:regular r:id="rId29"/>
    </p:embeddedFont>
    <p:embeddedFont>
      <p:font typeface="Verdana" pitchFamily="34" charset="0"/>
      <p:regular r:id="rId30"/>
      <p:bold r:id="rId31"/>
      <p:italic r:id="rId32"/>
      <p:boldItalic r:id="rId33"/>
    </p:embeddedFont>
    <p:embeddedFont>
      <p:font typeface="黑体" pitchFamily="49" charset="-122"/>
      <p:regular r:id="rId34"/>
    </p:embeddedFont>
    <p:embeddedFont>
      <p:font typeface="隶书" pitchFamily="49" charset="-122"/>
      <p:regular r:id="rId35"/>
    </p:embeddedFont>
  </p:embeddedFontLst>
  <p:defaultTextStyle>
    <a:defPPr>
      <a:defRPr lang="ko-KR"/>
    </a:defPPr>
    <a:lvl1pPr marL="0" lvl="0"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Gulim" panose="020B0600000101010101" pitchFamily="34" charset="-127"/>
        <a:cs typeface="+mn-cs"/>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Gulim" panose="020B0600000101010101" pitchFamily="34" charset="-127"/>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Gulim" panose="020B0600000101010101" pitchFamily="34" charset="-127"/>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Gulim" panose="020B0600000101010101" pitchFamily="34" charset="-127"/>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Gulim" panose="020B0600000101010101" pitchFamily="34" charset="-127"/>
        <a:cs typeface="+mn-cs"/>
      </a:defRPr>
    </a:lvl5pPr>
    <a:lvl6pPr marL="2286000" lvl="5"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Gulim" panose="020B0600000101010101" pitchFamily="34" charset="-127"/>
        <a:cs typeface="+mn-cs"/>
      </a:defRPr>
    </a:lvl6pPr>
    <a:lvl7pPr marL="2743200" lvl="6"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Gulim" panose="020B0600000101010101" pitchFamily="34" charset="-127"/>
        <a:cs typeface="+mn-cs"/>
      </a:defRPr>
    </a:lvl7pPr>
    <a:lvl8pPr marL="3200400" lvl="7"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Gulim" panose="020B0600000101010101" pitchFamily="34" charset="-127"/>
        <a:cs typeface="+mn-cs"/>
      </a:defRPr>
    </a:lvl8pPr>
    <a:lvl9pPr marL="3657600" lvl="8"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Gulim" panose="020B0600000101010101" pitchFamily="34" charset="-127"/>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9900"/>
    <a:srgbClr val="FF66CC"/>
    <a:srgbClr val="D60093"/>
    <a:srgbClr val="0000CC"/>
    <a:srgbClr val="00FF99"/>
    <a:srgbClr val="000000"/>
    <a:srgbClr val="00CC00"/>
    <a:srgbClr val="00FF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6471" autoAdjust="0"/>
    <p:restoredTop sz="94603"/>
  </p:normalViewPr>
  <p:slideViewPr>
    <p:cSldViewPr showGuides="1">
      <p:cViewPr>
        <p:scale>
          <a:sx n="100" d="100"/>
          <a:sy n="100" d="100"/>
        </p:scale>
        <p:origin x="-1092" y="34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showFormatting="0">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1.fntdata"/><Relationship Id="rId39" Type="http://schemas.openxmlformats.org/officeDocument/2006/relationships/tableStyles" Target="tableStyles.xml"/><Relationship Id="rId21" Type="http://schemas.openxmlformats.org/officeDocument/2006/relationships/slide" Target="slides/slide20.xml"/><Relationship Id="rId34" Type="http://schemas.openxmlformats.org/officeDocument/2006/relationships/font" Target="fonts/font9.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8.fntdata"/><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4.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7.fntdata"/><Relationship Id="rId37"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3.fntdata"/><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6.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2.fntdata"/><Relationship Id="rId30" Type="http://schemas.openxmlformats.org/officeDocument/2006/relationships/font" Target="fonts/font5.fntdata"/><Relationship Id="rId35" Type="http://schemas.openxmlformats.org/officeDocument/2006/relationships/font" Target="fonts/font10.fntdata"/><Relationship Id="rId8" Type="http://schemas.openxmlformats.org/officeDocument/2006/relationships/slide" Target="slides/slide7.xml"/><Relationship Id="rId3" Type="http://schemas.openxmlformats.org/officeDocument/2006/relationships/slide" Target="slides/slide2.xml"/></Relationships>
</file>

<file path=ppt/drawings/_rels/vmlDrawing1.v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image" Target="../media/image2.png"/></Relationships>
</file>

<file path=ppt/drawings/_rels/vmlDrawing2.vml.rels><?xml version="1.0" encoding="UTF-8" standalone="yes"?>
<Relationships xmlns="http://schemas.openxmlformats.org/package/2006/relationships"><Relationship Id="rId1" Type="http://schemas.openxmlformats.org/officeDocument/2006/relationships/image" Target="../media/image6.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7.wmf"/></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bg>
      <p:bgPr>
        <a:solidFill>
          <a:schemeClr val="accent1"/>
        </a:solidFill>
        <a:effectLst/>
      </p:bgPr>
    </p:bg>
    <p:spTree>
      <p:nvGrpSpPr>
        <p:cNvPr id="1" name=""/>
        <p:cNvGrpSpPr/>
        <p:nvPr/>
      </p:nvGrpSpPr>
      <p:grpSpPr>
        <a:xfrm>
          <a:off x="0" y="0"/>
          <a:ext cx="0" cy="0"/>
          <a:chOff x="0" y="0"/>
          <a:chExt cx="0" cy="0"/>
        </a:xfrm>
      </p:grpSpPr>
      <p:sp>
        <p:nvSpPr>
          <p:cNvPr id="9" name="Freeform 2"/>
          <p:cNvSpPr/>
          <p:nvPr/>
        </p:nvSpPr>
        <p:spPr bwMode="gray">
          <a:xfrm>
            <a:off x="0" y="3810000"/>
            <a:ext cx="9144000" cy="3048000"/>
          </a:xfrm>
          <a:custGeom>
            <a:avLst/>
            <a:gdLst/>
            <a:ahLst/>
            <a:cxnLst>
              <a:cxn ang="0">
                <a:pos x="0" y="0"/>
              </a:cxn>
              <a:cxn ang="0">
                <a:pos x="0" y="1920"/>
              </a:cxn>
              <a:cxn ang="0">
                <a:pos x="5760" y="1920"/>
              </a:cxn>
              <a:cxn ang="0">
                <a:pos x="5760" y="0"/>
              </a:cxn>
              <a:cxn ang="0">
                <a:pos x="0" y="0"/>
              </a:cxn>
            </a:cxnLst>
            <a:rect l="0" t="0" r="r" b="b"/>
            <a:pathLst>
              <a:path w="5760" h="1920">
                <a:moveTo>
                  <a:pt x="0" y="0"/>
                </a:moveTo>
                <a:lnTo>
                  <a:pt x="0" y="1920"/>
                </a:lnTo>
                <a:lnTo>
                  <a:pt x="5760" y="1920"/>
                </a:lnTo>
                <a:lnTo>
                  <a:pt x="5760" y="0"/>
                </a:lnTo>
                <a:lnTo>
                  <a:pt x="0" y="0"/>
                </a:lnTo>
                <a:close/>
              </a:path>
            </a:pathLst>
          </a:custGeom>
          <a:solidFill>
            <a:schemeClr val="accent2"/>
          </a:solidFill>
          <a:ln w="9525">
            <a:noFill/>
            <a:round/>
          </a:ln>
          <a:effectLst/>
        </p:spPr>
        <p:txBody>
          <a:bodyPr/>
          <a:lstStyle/>
          <a:p>
            <a:pPr algn="r"/>
            <a:endParaRPr b="1" dirty="0">
              <a:latin typeface="宋体" pitchFamily="2" charset="-122"/>
              <a:ea typeface="宋体" pitchFamily="2" charset="-122"/>
            </a:endParaRPr>
          </a:p>
        </p:txBody>
      </p:sp>
      <p:sp>
        <p:nvSpPr>
          <p:cNvPr id="10" name="Rectangle 3"/>
          <p:cNvSpPr>
            <a:spLocks noChangeArrowheads="1"/>
          </p:cNvSpPr>
          <p:nvPr/>
        </p:nvSpPr>
        <p:spPr bwMode="gray">
          <a:xfrm>
            <a:off x="0" y="3429000"/>
            <a:ext cx="5045075" cy="390525"/>
          </a:xfrm>
          <a:prstGeom prst="rect">
            <a:avLst/>
          </a:prstGeom>
          <a:solidFill>
            <a:schemeClr val="hlink"/>
          </a:solidFill>
          <a:ln w="9525">
            <a:noFill/>
            <a:miter lim="800000"/>
          </a:ln>
          <a:effectLst/>
        </p:spPr>
        <p:txBody>
          <a:bodyPr wrap="none" anchor="ctr"/>
          <a:lstStyle/>
          <a:p>
            <a:pPr lvl="0" algn="r">
              <a:buClrTx/>
              <a:buFontTx/>
            </a:pPr>
            <a:endParaRPr lang="zh-CN" altLang="en-US" sz="1800">
              <a:latin typeface="Arial" panose="020B0604020202020204" pitchFamily="34" charset="0"/>
              <a:ea typeface="Gulim" panose="020B0600000101010101" pitchFamily="34" charset="-127"/>
            </a:endParaRPr>
          </a:p>
        </p:txBody>
      </p:sp>
      <p:sp>
        <p:nvSpPr>
          <p:cNvPr id="11" name="Freeform 4"/>
          <p:cNvSpPr/>
          <p:nvPr/>
        </p:nvSpPr>
        <p:spPr bwMode="gray">
          <a:xfrm>
            <a:off x="5043488" y="3429000"/>
            <a:ext cx="2195513" cy="390525"/>
          </a:xfrm>
          <a:custGeom>
            <a:avLst/>
            <a:gdLst/>
            <a:ahLst/>
            <a:cxnLst>
              <a:cxn ang="0">
                <a:pos x="0" y="0"/>
              </a:cxn>
              <a:cxn ang="0">
                <a:pos x="1341" y="0"/>
              </a:cxn>
              <a:cxn ang="0">
                <a:pos x="1159" y="246"/>
              </a:cxn>
              <a:cxn ang="0">
                <a:pos x="0" y="246"/>
              </a:cxn>
              <a:cxn ang="0">
                <a:pos x="0" y="0"/>
              </a:cxn>
            </a:cxnLst>
            <a:rect l="0" t="0" r="r" b="b"/>
            <a:pathLst>
              <a:path w="1341" h="246">
                <a:moveTo>
                  <a:pt x="0" y="0"/>
                </a:moveTo>
                <a:lnTo>
                  <a:pt x="1341" y="0"/>
                </a:lnTo>
                <a:lnTo>
                  <a:pt x="1159" y="246"/>
                </a:lnTo>
                <a:lnTo>
                  <a:pt x="0" y="246"/>
                </a:lnTo>
                <a:lnTo>
                  <a:pt x="0" y="0"/>
                </a:lnTo>
                <a:close/>
              </a:path>
            </a:pathLst>
          </a:custGeom>
          <a:solidFill>
            <a:schemeClr val="accent2"/>
          </a:solidFill>
          <a:ln w="9525">
            <a:noFill/>
            <a:round/>
          </a:ln>
          <a:effectLst/>
        </p:spPr>
        <p:txBody>
          <a:bodyPr wrap="none" anchor="ctr"/>
          <a:lstStyle/>
          <a:p>
            <a:pPr algn="r"/>
            <a:endParaRPr>
              <a:latin typeface="Arial" panose="020B0604020202020204" pitchFamily="34" charset="0"/>
              <a:ea typeface="Gulim" panose="020B0600000101010101" pitchFamily="34" charset="-127"/>
            </a:endParaRPr>
          </a:p>
        </p:txBody>
      </p:sp>
      <p:sp>
        <p:nvSpPr>
          <p:cNvPr id="12" name="Freeform 9"/>
          <p:cNvSpPr/>
          <p:nvPr/>
        </p:nvSpPr>
        <p:spPr bwMode="gray">
          <a:xfrm>
            <a:off x="6862763" y="3429000"/>
            <a:ext cx="2281238" cy="390525"/>
          </a:xfrm>
          <a:custGeom>
            <a:avLst/>
            <a:gdLst/>
            <a:ahLst/>
            <a:cxnLst>
              <a:cxn ang="0">
                <a:pos x="189" y="0"/>
              </a:cxn>
              <a:cxn ang="0">
                <a:pos x="0" y="243"/>
              </a:cxn>
              <a:cxn ang="0">
                <a:pos x="1437" y="246"/>
              </a:cxn>
              <a:cxn ang="0">
                <a:pos x="1436" y="0"/>
              </a:cxn>
              <a:cxn ang="0">
                <a:pos x="189" y="0"/>
              </a:cxn>
            </a:cxnLst>
            <a:rect l="0" t="0" r="r" b="b"/>
            <a:pathLst>
              <a:path w="1437" h="246">
                <a:moveTo>
                  <a:pt x="189" y="0"/>
                </a:moveTo>
                <a:lnTo>
                  <a:pt x="0" y="243"/>
                </a:lnTo>
                <a:lnTo>
                  <a:pt x="1437" y="246"/>
                </a:lnTo>
                <a:lnTo>
                  <a:pt x="1436" y="0"/>
                </a:lnTo>
                <a:lnTo>
                  <a:pt x="189" y="0"/>
                </a:lnTo>
                <a:close/>
              </a:path>
            </a:pathLst>
          </a:custGeom>
          <a:solidFill>
            <a:schemeClr val="accent1"/>
          </a:solidFill>
          <a:ln w="9525">
            <a:noFill/>
            <a:round/>
          </a:ln>
          <a:effectLst/>
        </p:spPr>
        <p:txBody>
          <a:bodyPr wrap="none" anchor="ctr"/>
          <a:lstStyle/>
          <a:p>
            <a:pPr algn="r"/>
            <a:endParaRPr>
              <a:latin typeface="Arial" panose="020B0604020202020204" pitchFamily="34" charset="0"/>
              <a:ea typeface="Gulim" panose="020B0600000101010101" pitchFamily="34" charset="-127"/>
            </a:endParaRPr>
          </a:p>
        </p:txBody>
      </p:sp>
      <p:sp>
        <p:nvSpPr>
          <p:cNvPr id="13" name="Freeform 10" descr="2"/>
          <p:cNvSpPr/>
          <p:nvPr/>
        </p:nvSpPr>
        <p:spPr bwMode="gray">
          <a:xfrm>
            <a:off x="0" y="3810000"/>
            <a:ext cx="6865938" cy="1447800"/>
          </a:xfrm>
          <a:custGeom>
            <a:avLst/>
            <a:gdLst/>
            <a:ahLst/>
            <a:cxnLst>
              <a:cxn ang="0">
                <a:pos x="0" y="0"/>
              </a:cxn>
              <a:cxn ang="0">
                <a:pos x="4337" y="2"/>
              </a:cxn>
              <a:cxn ang="0">
                <a:pos x="3658" y="906"/>
              </a:cxn>
              <a:cxn ang="0">
                <a:pos x="0" y="912"/>
              </a:cxn>
              <a:cxn ang="0">
                <a:pos x="0" y="0"/>
              </a:cxn>
            </a:cxnLst>
            <a:rect l="0" t="0" r="r" b="b"/>
            <a:pathLst>
              <a:path w="4337" h="912">
                <a:moveTo>
                  <a:pt x="0" y="0"/>
                </a:moveTo>
                <a:lnTo>
                  <a:pt x="4337" y="2"/>
                </a:lnTo>
                <a:lnTo>
                  <a:pt x="3658" y="906"/>
                </a:lnTo>
                <a:lnTo>
                  <a:pt x="0" y="912"/>
                </a:lnTo>
                <a:lnTo>
                  <a:pt x="0" y="0"/>
                </a:lnTo>
                <a:close/>
              </a:path>
            </a:pathLst>
          </a:custGeom>
          <a:blipFill dpi="0" rotWithShape="1">
            <a:blip r:embed="rId2"/>
            <a:srcRect/>
            <a:stretch>
              <a:fillRect/>
            </a:stretch>
          </a:blipFill>
          <a:ln w="9525">
            <a:noFill/>
            <a:round/>
          </a:ln>
          <a:effectLst/>
        </p:spPr>
        <p:txBody>
          <a:bodyPr/>
          <a:lstStyle/>
          <a:p>
            <a:pPr algn="r"/>
            <a:endParaRPr>
              <a:latin typeface="Arial" panose="020B0604020202020204" pitchFamily="34" charset="0"/>
              <a:ea typeface="Gulim" panose="020B0600000101010101" pitchFamily="34" charset="-127"/>
            </a:endParaRPr>
          </a:p>
        </p:txBody>
      </p:sp>
      <p:sp>
        <p:nvSpPr>
          <p:cNvPr id="14" name="Freeform 11"/>
          <p:cNvSpPr/>
          <p:nvPr/>
        </p:nvSpPr>
        <p:spPr bwMode="gray">
          <a:xfrm>
            <a:off x="7162800" y="762000"/>
            <a:ext cx="1981200" cy="2667000"/>
          </a:xfrm>
          <a:custGeom>
            <a:avLst/>
            <a:gdLst/>
            <a:ahLst/>
            <a:cxnLst>
              <a:cxn ang="0">
                <a:pos x="0" y="1680"/>
              </a:cxn>
              <a:cxn ang="0">
                <a:pos x="1248" y="0"/>
              </a:cxn>
              <a:cxn ang="0">
                <a:pos x="1248" y="1680"/>
              </a:cxn>
              <a:cxn ang="0">
                <a:pos x="0" y="1680"/>
              </a:cxn>
            </a:cxnLst>
            <a:rect l="0" t="0" r="r" b="b"/>
            <a:pathLst>
              <a:path w="1248" h="1680">
                <a:moveTo>
                  <a:pt x="0" y="1680"/>
                </a:moveTo>
                <a:lnTo>
                  <a:pt x="1248" y="0"/>
                </a:lnTo>
                <a:lnTo>
                  <a:pt x="1248" y="1680"/>
                </a:lnTo>
                <a:lnTo>
                  <a:pt x="0" y="1680"/>
                </a:lnTo>
                <a:close/>
              </a:path>
            </a:pathLst>
          </a:custGeom>
          <a:solidFill>
            <a:schemeClr val="accent2"/>
          </a:solidFill>
          <a:ln w="9525">
            <a:noFill/>
            <a:round/>
          </a:ln>
          <a:effectLst/>
        </p:spPr>
        <p:txBody>
          <a:bodyPr/>
          <a:lstStyle/>
          <a:p>
            <a:pPr algn="r"/>
            <a:endParaRPr>
              <a:latin typeface="Arial" panose="020B0604020202020204" pitchFamily="34" charset="0"/>
              <a:ea typeface="Gulim" panose="020B0600000101010101" pitchFamily="34" charset="-127"/>
            </a:endParaRPr>
          </a:p>
        </p:txBody>
      </p:sp>
      <p:sp>
        <p:nvSpPr>
          <p:cNvPr id="15" name="AutoShape 12"/>
          <p:cNvSpPr>
            <a:spLocks noChangeArrowheads="1"/>
          </p:cNvSpPr>
          <p:nvPr/>
        </p:nvSpPr>
        <p:spPr bwMode="gray">
          <a:xfrm>
            <a:off x="4724400" y="3429000"/>
            <a:ext cx="914400" cy="381000"/>
          </a:xfrm>
          <a:prstGeom prst="parallelogram">
            <a:avLst>
              <a:gd name="adj" fmla="val 77089"/>
            </a:avLst>
          </a:prstGeom>
          <a:solidFill>
            <a:schemeClr val="accent2"/>
          </a:solidFill>
          <a:ln w="9525">
            <a:noFill/>
            <a:miter lim="800000"/>
          </a:ln>
          <a:effectLst/>
        </p:spPr>
        <p:txBody>
          <a:bodyPr wrap="none" anchor="ctr"/>
          <a:lstStyle/>
          <a:p>
            <a:pPr lvl="0" algn="r">
              <a:buClrTx/>
              <a:buFontTx/>
            </a:pPr>
            <a:endParaRPr lang="zh-CN" altLang="en-US" sz="1800">
              <a:latin typeface="Arial" panose="020B0604020202020204" pitchFamily="34" charset="0"/>
              <a:ea typeface="Gulim" panose="020B0600000101010101" pitchFamily="34" charset="-127"/>
            </a:endParaRPr>
          </a:p>
        </p:txBody>
      </p:sp>
      <p:sp>
        <p:nvSpPr>
          <p:cNvPr id="417799" name="Rectangle 7"/>
          <p:cNvSpPr>
            <a:spLocks noGrp="1" noChangeArrowheads="1"/>
          </p:cNvSpPr>
          <p:nvPr>
            <p:ph type="subTitle" idx="1"/>
          </p:nvPr>
        </p:nvSpPr>
        <p:spPr>
          <a:xfrm>
            <a:off x="2362200" y="5791200"/>
            <a:ext cx="4648200" cy="381000"/>
          </a:xfrm>
        </p:spPr>
        <p:txBody>
          <a:bodyPr/>
          <a:lstStyle>
            <a:lvl1pPr marL="0" indent="0" algn="ctr">
              <a:buFont typeface="Wingdings" panose="05000000000000000000" pitchFamily="2" charset="2"/>
              <a:buNone/>
              <a:defRPr sz="2000" b="1">
                <a:solidFill>
                  <a:schemeClr val="bg1"/>
                </a:solidFill>
              </a:defRPr>
            </a:lvl1pPr>
          </a:lstStyle>
          <a:p>
            <a:pPr fontAlgn="base"/>
            <a:r>
              <a:rPr lang="zh-CN" altLang="en-US" strike="noStrike" noProof="1"/>
              <a:t>单击此处编辑母版副标题样式</a:t>
            </a:r>
          </a:p>
        </p:txBody>
      </p:sp>
      <p:sp>
        <p:nvSpPr>
          <p:cNvPr id="417805" name="Rectangle 13"/>
          <p:cNvSpPr>
            <a:spLocks noGrp="1" noChangeArrowheads="1"/>
          </p:cNvSpPr>
          <p:nvPr>
            <p:ph type="ctrTitle"/>
          </p:nvPr>
        </p:nvSpPr>
        <p:spPr>
          <a:xfrm>
            <a:off x="190500" y="2590800"/>
            <a:ext cx="7124700" cy="762000"/>
          </a:xfrm>
        </p:spPr>
        <p:txBody>
          <a:bodyPr/>
          <a:lstStyle>
            <a:lvl1pPr>
              <a:defRPr>
                <a:latin typeface="宋体" pitchFamily="2" charset="-122"/>
                <a:ea typeface="宋体" pitchFamily="2" charset="-122"/>
              </a:defRPr>
            </a:lvl1pPr>
          </a:lstStyle>
          <a:p>
            <a:pPr fontAlgn="base"/>
            <a:r>
              <a:rPr lang="zh-CN" altLang="en-US" strike="noStrike" noProof="1"/>
              <a:t>单击此处编辑母版标题样式</a:t>
            </a:r>
          </a:p>
        </p:txBody>
      </p:sp>
      <p:sp>
        <p:nvSpPr>
          <p:cNvPr id="16" name="Rectangle 5"/>
          <p:cNvSpPr>
            <a:spLocks noGrp="1" noChangeArrowheads="1"/>
          </p:cNvSpPr>
          <p:nvPr>
            <p:ph type="ftr" sz="quarter" idx="3"/>
          </p:nvPr>
        </p:nvSpPr>
        <p:spPr bwMode="gray">
          <a:xfrm>
            <a:off x="5976938" y="6594475"/>
            <a:ext cx="2895600" cy="168275"/>
          </a:xfrm>
          <a:prstGeom prst="rect">
            <a:avLst/>
          </a:prstGeom>
          <a:ln>
            <a:miter lim="800000"/>
          </a:ln>
        </p:spPr>
        <p:txBody>
          <a:bodyPr vert="horz" wrap="square" lIns="91440" tIns="45720" rIns="91440" bIns="45720" numCol="1" anchor="t" anchorCtr="0" compatLnSpc="1"/>
          <a:lstStyle>
            <a:lvl1pPr>
              <a:defRPr sz="1000">
                <a:solidFill>
                  <a:schemeClr val="bg1"/>
                </a:solidFill>
                <a:ea typeface="宋体" panose="02010600030101010101" pitchFamily="2" charset="-122"/>
              </a:defRPr>
            </a:lvl1pPr>
          </a:lstStyle>
          <a:p>
            <a:pPr marL="0" marR="0" lvl="0" indent="0" algn="r" defTabSz="914400" rtl="0" eaLnBrk="1" fontAlgn="base" latinLnBrk="0" hangingPunct="1">
              <a:lnSpc>
                <a:spcPct val="100000"/>
              </a:lnSpc>
              <a:spcBef>
                <a:spcPct val="0"/>
              </a:spcBef>
              <a:spcAft>
                <a:spcPct val="0"/>
              </a:spcAft>
              <a:buClrTx/>
              <a:buSzTx/>
              <a:buFontTx/>
              <a:buNone/>
              <a:defRPr/>
            </a:pPr>
            <a:endParaRPr kumimoji="0" lang="en-US" altLang="zh-CN" sz="1000" b="0" i="0" u="none" strike="noStrike" kern="1200" cap="none" spc="0" normalizeH="0" baseline="0" noProof="0">
              <a:ln>
                <a:noFill/>
              </a:ln>
              <a:solidFill>
                <a:schemeClr val="bg1"/>
              </a:solidFill>
              <a:effectLst/>
              <a:uLnTx/>
              <a:uFillTx/>
              <a:latin typeface="Arial" panose="020B0604020202020204" pitchFamily="34" charset="0"/>
              <a:ea typeface="宋体" panose="02010600030101010101" pitchFamily="2" charset="-122"/>
              <a:cs typeface="+mn-cs"/>
            </a:endParaRPr>
          </a:p>
        </p:txBody>
      </p:sp>
      <p:sp>
        <p:nvSpPr>
          <p:cNvPr id="17" name="Rectangle 6"/>
          <p:cNvSpPr>
            <a:spLocks noGrp="1" noChangeArrowheads="1"/>
          </p:cNvSpPr>
          <p:nvPr>
            <p:ph type="sldNum" sz="quarter" idx="4"/>
          </p:nvPr>
        </p:nvSpPr>
        <p:spPr bwMode="gray">
          <a:xfrm>
            <a:off x="3465513" y="6613525"/>
            <a:ext cx="2133600" cy="168275"/>
          </a:xfrm>
          <a:prstGeom prst="rect">
            <a:avLst/>
          </a:prstGeom>
          <a:noFill/>
          <a:ln w="9525">
            <a:noFill/>
            <a:miter lim="800000"/>
          </a:ln>
          <a:effectLst/>
        </p:spPr>
        <p:txBody>
          <a:bodyPr vert="horz" wrap="square" lIns="91440" tIns="45720" rIns="91440" bIns="45720" numCol="1" anchor="t" anchorCtr="0" compatLnSpc="1"/>
          <a:lstStyle/>
          <a:p>
            <a:pPr algn="ctr" fontAlgn="base">
              <a:buNone/>
            </a:pPr>
            <a:fld id="{9A0DB2DC-4C9A-4742-B13C-FB6460FD3503}" type="slidenum">
              <a:rPr lang="zh-CN" altLang="en-US" strike="noStrike" noProof="1" dirty="0">
                <a:latin typeface="Verdana" panose="020B0604030504040204" pitchFamily="34" charset="0"/>
                <a:ea typeface="宋体" panose="02010600030101010101" pitchFamily="2" charset="-122"/>
                <a:cs typeface="+mn-cs"/>
              </a:rPr>
              <a:t>‹#›</a:t>
            </a:fld>
            <a:endParaRPr lang="zh-CN" altLang="en-US" strike="noStrike" noProof="1">
              <a:ea typeface="宋体" panose="02010600030101010101" pitchFamily="2" charset="-122"/>
            </a:endParaRPr>
          </a:p>
        </p:txBody>
      </p:sp>
      <p:sp>
        <p:nvSpPr>
          <p:cNvPr id="18" name="Rectangle 8"/>
          <p:cNvSpPr>
            <a:spLocks noGrp="1" noChangeArrowheads="1"/>
          </p:cNvSpPr>
          <p:nvPr>
            <p:ph type="dt" sz="half" idx="2"/>
          </p:nvPr>
        </p:nvSpPr>
        <p:spPr bwMode="gray">
          <a:xfrm>
            <a:off x="274638" y="6605588"/>
            <a:ext cx="2133600" cy="168275"/>
          </a:xfrm>
          <a:prstGeom prst="rect">
            <a:avLst/>
          </a:prstGeom>
          <a:ln>
            <a:miter lim="800000"/>
          </a:ln>
        </p:spPr>
        <p:txBody>
          <a:bodyPr vert="horz" wrap="square" lIns="91440" tIns="45720" rIns="91440" bIns="45720" numCol="1" anchor="t" anchorCtr="0" compatLnSpc="1"/>
          <a:lstStyle>
            <a:lvl1pPr algn="l">
              <a:defRPr sz="1000">
                <a:solidFill>
                  <a:schemeClr val="bg1"/>
                </a:solidFill>
                <a:ea typeface="宋体" panose="02010600030101010101" pitchFamily="2" charset="-122"/>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000" b="0" i="0" u="none" strike="noStrike" kern="1200" cap="none" spc="0" normalizeH="0" baseline="0" noProof="0">
              <a:ln>
                <a:noFill/>
              </a:ln>
              <a:solidFill>
                <a:schemeClr val="bg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atin typeface="黑体" panose="02010609060101010101" pitchFamily="2" charset="-122"/>
                <a:ea typeface="黑体" panose="02010609060101010101" pitchFamily="2" charset="-122"/>
              </a:defRPr>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lvl1pPr algn="just">
              <a:defRPr b="1">
                <a:latin typeface="Times New Roman" pitchFamily="18" charset="0"/>
                <a:ea typeface="宋体" pitchFamily="2" charset="-122"/>
                <a:cs typeface="Times New Roman" pitchFamily="18" charset="0"/>
              </a:defRPr>
            </a:lvl1pPr>
            <a:lvl2pPr algn="just">
              <a:defRPr b="1">
                <a:latin typeface="Times New Roman" pitchFamily="18" charset="0"/>
                <a:ea typeface="宋体" pitchFamily="2" charset="-122"/>
                <a:cs typeface="Times New Roman" pitchFamily="18" charset="0"/>
              </a:defRPr>
            </a:lvl2pPr>
            <a:lvl3pPr algn="just">
              <a:defRPr b="1">
                <a:latin typeface="Times New Roman" pitchFamily="18" charset="0"/>
                <a:ea typeface="宋体" pitchFamily="2" charset="-122"/>
                <a:cs typeface="Times New Roman" pitchFamily="18" charset="0"/>
              </a:defRPr>
            </a:lvl3pPr>
            <a:lvl4pPr algn="just">
              <a:defRPr b="1">
                <a:latin typeface="Times New Roman" pitchFamily="18" charset="0"/>
                <a:ea typeface="宋体" pitchFamily="2" charset="-122"/>
                <a:cs typeface="Times New Roman" pitchFamily="18" charset="0"/>
              </a:defRPr>
            </a:lvl4pPr>
            <a:lvl5pPr algn="just">
              <a:defRPr b="1">
                <a:latin typeface="Times New Roman" pitchFamily="18" charset="0"/>
                <a:ea typeface="宋体" pitchFamily="2" charset="-122"/>
                <a:cs typeface="Times New Roman" pitchFamily="18" charset="0"/>
              </a:defRPr>
            </a:lvl5pPr>
          </a:lstStyle>
          <a:p>
            <a:pPr lvl="0" fontAlgn="base"/>
            <a:r>
              <a:rPr lang="zh-CN" altLang="en-US" strike="noStrike" noProof="1" smtClean="0"/>
              <a:t>单击此处编辑母版文本样式</a:t>
            </a:r>
          </a:p>
          <a:p>
            <a:pPr lvl="1" fontAlgn="base"/>
            <a:r>
              <a:rPr lang="zh-CN" altLang="en-US" strike="noStrike" noProof="1" smtClean="0"/>
              <a:t>第二级</a:t>
            </a:r>
          </a:p>
          <a:p>
            <a:pPr lvl="2" fontAlgn="base"/>
            <a:r>
              <a:rPr lang="zh-CN" altLang="en-US" strike="noStrike" noProof="1" smtClean="0"/>
              <a:t>第三级</a:t>
            </a:r>
          </a:p>
          <a:p>
            <a:pPr lvl="3" fontAlgn="base"/>
            <a:r>
              <a:rPr lang="zh-CN" altLang="en-US" strike="noStrike" noProof="1" smtClean="0"/>
              <a:t>第四级</a:t>
            </a:r>
          </a:p>
          <a:p>
            <a:pPr lvl="4" fontAlgn="base"/>
            <a:r>
              <a:rPr lang="zh-CN" altLang="en-US" strike="noStrike" noProof="1" smtClean="0"/>
              <a:t>第五级</a:t>
            </a:r>
            <a:endParaRPr lang="zh-CN" altLang="en-US" strike="noStrike" noProof="1"/>
          </a:p>
        </p:txBody>
      </p:sp>
      <p:sp>
        <p:nvSpPr>
          <p:cNvPr id="4" name="灯片编号占位符 3"/>
          <p:cNvSpPr>
            <a:spLocks noGrp="1"/>
          </p:cNvSpPr>
          <p:nvPr>
            <p:ph type="sldNum" sz="quarter" idx="10"/>
          </p:nvPr>
        </p:nvSpPr>
        <p:spPr/>
        <p:txBody>
          <a:bodyPr/>
          <a:lstStyle/>
          <a:p>
            <a:pPr lvl="0" eaLnBrk="1" fontAlgn="base" hangingPunct="1">
              <a:buNone/>
            </a:pPr>
            <a:fld id="{9A0DB2DC-4C9A-4742-B13C-FB6460FD3503}" type="slidenum">
              <a:rPr lang="zh-CN" altLang="en-US" strike="noStrike" noProof="1" dirty="0">
                <a:latin typeface="Verdana" panose="020B0604030504040204" pitchFamily="34" charset="0"/>
                <a:ea typeface="宋体" panose="02010600030101010101" pitchFamily="2" charset="-122"/>
                <a:cs typeface="+mn-cs"/>
              </a:rPr>
              <a:t>‹#›</a:t>
            </a:fld>
            <a:endParaRPr lang="zh-CN" altLang="en-US" strike="noStrike" noProof="1"/>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atin typeface="Times New Roman" pitchFamily="18" charset="0"/>
                <a:ea typeface="宋体" pitchFamily="2" charset="-122"/>
                <a:cs typeface="Times New Roman" pitchFamily="18" charset="0"/>
              </a:defRPr>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fontAlgn="base"/>
            <a:r>
              <a:rPr lang="zh-CN" altLang="en-US" strike="noStrike" noProof="1" smtClean="0"/>
              <a:t>单击此处编辑母版文本样式</a:t>
            </a:r>
          </a:p>
        </p:txBody>
      </p:sp>
      <p:sp>
        <p:nvSpPr>
          <p:cNvPr id="4" name="灯片编号占位符 3"/>
          <p:cNvSpPr>
            <a:spLocks noGrp="1"/>
          </p:cNvSpPr>
          <p:nvPr>
            <p:ph type="sldNum" sz="quarter" idx="10"/>
          </p:nvPr>
        </p:nvSpPr>
        <p:spPr/>
        <p:txBody>
          <a:bodyPr/>
          <a:lstStyle/>
          <a:p>
            <a:pPr lvl="0" eaLnBrk="1" fontAlgn="base" hangingPunct="1">
              <a:buNone/>
            </a:pPr>
            <a:fld id="{9A0DB2DC-4C9A-4742-B13C-FB6460FD3503}" type="slidenum">
              <a:rPr lang="zh-CN" altLang="en-US" strike="noStrike" noProof="1" dirty="0">
                <a:latin typeface="Verdana" panose="020B0604030504040204" pitchFamily="34" charset="0"/>
                <a:ea typeface="宋体" panose="02010600030101010101" pitchFamily="2" charset="-122"/>
                <a:cs typeface="+mn-cs"/>
              </a:rPr>
              <a:t>‹#›</a:t>
            </a:fld>
            <a:endParaRPr lang="zh-CN" altLang="en-US" strike="noStrike" noProof="1"/>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457200" y="1295400"/>
            <a:ext cx="4038600" cy="4876800"/>
          </a:xfrm>
        </p:spPr>
        <p:txBody>
          <a:bodyPr/>
          <a:lstStyle>
            <a:lvl1pPr>
              <a:defRPr sz="2800">
                <a:latin typeface="Times New Roman" pitchFamily="18" charset="0"/>
                <a:ea typeface="宋体" pitchFamily="2" charset="-122"/>
                <a:cs typeface="Times New Roman" pitchFamily="18" charset="0"/>
              </a:defRPr>
            </a:lvl1pPr>
            <a:lvl2pPr>
              <a:defRPr sz="2400">
                <a:latin typeface="Times New Roman" pitchFamily="18" charset="0"/>
                <a:ea typeface="宋体" pitchFamily="2" charset="-122"/>
                <a:cs typeface="Times New Roman" pitchFamily="18" charset="0"/>
              </a:defRPr>
            </a:lvl2pPr>
            <a:lvl3pPr>
              <a:defRPr sz="2000">
                <a:latin typeface="Times New Roman" pitchFamily="18" charset="0"/>
                <a:ea typeface="宋体" pitchFamily="2" charset="-122"/>
                <a:cs typeface="Times New Roman" pitchFamily="18" charset="0"/>
              </a:defRPr>
            </a:lvl3pPr>
            <a:lvl4pPr>
              <a:defRPr sz="1800">
                <a:latin typeface="Times New Roman" pitchFamily="18" charset="0"/>
                <a:ea typeface="宋体" pitchFamily="2" charset="-122"/>
                <a:cs typeface="Times New Roman" pitchFamily="18" charset="0"/>
              </a:defRPr>
            </a:lvl4pPr>
            <a:lvl5pPr>
              <a:defRPr sz="1800">
                <a:latin typeface="Times New Roman" pitchFamily="18" charset="0"/>
                <a:ea typeface="宋体" pitchFamily="2" charset="-122"/>
                <a:cs typeface="Times New Roman" pitchFamily="18" charset="0"/>
              </a:defRPr>
            </a:lvl5pPr>
            <a:lvl6pPr>
              <a:defRPr sz="1800"/>
            </a:lvl6pPr>
            <a:lvl7pPr>
              <a:defRPr sz="1800"/>
            </a:lvl7pPr>
            <a:lvl8pPr>
              <a:defRPr sz="1800"/>
            </a:lvl8pPr>
            <a:lvl9pPr>
              <a:defRPr sz="1800"/>
            </a:lvl9pPr>
          </a:lstStyle>
          <a:p>
            <a:pPr lvl="0" fontAlgn="base"/>
            <a:r>
              <a:rPr lang="zh-CN" altLang="en-US" strike="noStrike" noProof="1" smtClean="0"/>
              <a:t>单击此处编辑母版文本样式</a:t>
            </a:r>
          </a:p>
          <a:p>
            <a:pPr lvl="1" fontAlgn="base"/>
            <a:r>
              <a:rPr lang="zh-CN" altLang="en-US" strike="noStrike" noProof="1" smtClean="0"/>
              <a:t>第二级</a:t>
            </a:r>
          </a:p>
          <a:p>
            <a:pPr lvl="2" fontAlgn="base"/>
            <a:r>
              <a:rPr lang="zh-CN" altLang="en-US" strike="noStrike" noProof="1" smtClean="0"/>
              <a:t>第三级</a:t>
            </a:r>
          </a:p>
          <a:p>
            <a:pPr lvl="3" fontAlgn="base"/>
            <a:r>
              <a:rPr lang="zh-CN" altLang="en-US" strike="noStrike" noProof="1" smtClean="0"/>
              <a:t>第四级</a:t>
            </a:r>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48200" y="1295400"/>
            <a:ext cx="4038600" cy="4876800"/>
          </a:xfrm>
        </p:spPr>
        <p:txBody>
          <a:bodyPr/>
          <a:lstStyle>
            <a:lvl1pPr>
              <a:defRPr sz="2800">
                <a:latin typeface="Times New Roman" pitchFamily="18" charset="0"/>
                <a:ea typeface="宋体" pitchFamily="2" charset="-122"/>
                <a:cs typeface="Times New Roman" pitchFamily="18" charset="0"/>
              </a:defRPr>
            </a:lvl1pPr>
            <a:lvl2pPr>
              <a:defRPr sz="2400">
                <a:latin typeface="Times New Roman" pitchFamily="18" charset="0"/>
                <a:ea typeface="宋体" pitchFamily="2" charset="-122"/>
                <a:cs typeface="Times New Roman" pitchFamily="18" charset="0"/>
              </a:defRPr>
            </a:lvl2pPr>
            <a:lvl3pPr>
              <a:defRPr sz="2000">
                <a:latin typeface="Times New Roman" pitchFamily="18" charset="0"/>
                <a:ea typeface="宋体" pitchFamily="2" charset="-122"/>
                <a:cs typeface="Times New Roman" pitchFamily="18" charset="0"/>
              </a:defRPr>
            </a:lvl3pPr>
            <a:lvl4pPr>
              <a:defRPr sz="1800">
                <a:latin typeface="Times New Roman" pitchFamily="18" charset="0"/>
                <a:ea typeface="宋体" pitchFamily="2" charset="-122"/>
                <a:cs typeface="Times New Roman" pitchFamily="18" charset="0"/>
              </a:defRPr>
            </a:lvl4pPr>
            <a:lvl5pPr>
              <a:defRPr sz="1800">
                <a:latin typeface="Times New Roman" pitchFamily="18" charset="0"/>
                <a:ea typeface="宋体" pitchFamily="2" charset="-122"/>
                <a:cs typeface="Times New Roman" pitchFamily="18" charset="0"/>
              </a:defRPr>
            </a:lvl5pPr>
            <a:lvl6pPr>
              <a:defRPr sz="1800"/>
            </a:lvl6pPr>
            <a:lvl7pPr>
              <a:defRPr sz="1800"/>
            </a:lvl7pPr>
            <a:lvl8pPr>
              <a:defRPr sz="1800"/>
            </a:lvl8pPr>
            <a:lvl9pPr>
              <a:defRPr sz="1800"/>
            </a:lvl9pPr>
          </a:lstStyle>
          <a:p>
            <a:pPr lvl="0" fontAlgn="base"/>
            <a:r>
              <a:rPr lang="zh-CN" altLang="en-US" strike="noStrike" noProof="1" smtClean="0"/>
              <a:t>单击此处编辑母版文本样式</a:t>
            </a:r>
          </a:p>
          <a:p>
            <a:pPr lvl="1" fontAlgn="base"/>
            <a:r>
              <a:rPr lang="zh-CN" altLang="en-US" strike="noStrike" noProof="1" smtClean="0"/>
              <a:t>第二级</a:t>
            </a:r>
          </a:p>
          <a:p>
            <a:pPr lvl="2" fontAlgn="base"/>
            <a:r>
              <a:rPr lang="zh-CN" altLang="en-US" strike="noStrike" noProof="1" smtClean="0"/>
              <a:t>第三级</a:t>
            </a:r>
          </a:p>
          <a:p>
            <a:pPr lvl="3" fontAlgn="base"/>
            <a:r>
              <a:rPr lang="zh-CN" altLang="en-US" strike="noStrike" noProof="1" smtClean="0"/>
              <a:t>第四级</a:t>
            </a:r>
          </a:p>
          <a:p>
            <a:pPr lvl="4" fontAlgn="base"/>
            <a:r>
              <a:rPr lang="zh-CN" altLang="en-US" strike="noStrike" noProof="1" smtClean="0"/>
              <a:t>第五级</a:t>
            </a:r>
            <a:endParaRPr lang="zh-CN" altLang="en-US" strike="noStrike" noProof="1"/>
          </a:p>
        </p:txBody>
      </p:sp>
      <p:sp>
        <p:nvSpPr>
          <p:cNvPr id="5" name="灯片编号占位符 4"/>
          <p:cNvSpPr>
            <a:spLocks noGrp="1"/>
          </p:cNvSpPr>
          <p:nvPr>
            <p:ph type="sldNum" sz="quarter" idx="10"/>
          </p:nvPr>
        </p:nvSpPr>
        <p:spPr/>
        <p:txBody>
          <a:bodyPr/>
          <a:lstStyle/>
          <a:p>
            <a:pPr lvl="0" eaLnBrk="1" fontAlgn="base" hangingPunct="1">
              <a:buNone/>
            </a:pPr>
            <a:fld id="{9A0DB2DC-4C9A-4742-B13C-FB6460FD3503}" type="slidenum">
              <a:rPr lang="zh-CN" altLang="en-US" strike="noStrike" noProof="1" dirty="0">
                <a:latin typeface="Verdana" panose="020B0604030504040204" pitchFamily="34" charset="0"/>
                <a:ea typeface="宋体" panose="02010600030101010101" pitchFamily="2" charset="-122"/>
                <a:cs typeface="+mn-cs"/>
              </a:rPr>
              <a:t>‹#›</a:t>
            </a:fld>
            <a:endParaRPr lang="zh-CN" altLang="en-US" strike="noStrike" noProof="1"/>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84"/>
            <a:ext cx="8229600" cy="1143000"/>
          </a:xfrm>
        </p:spPr>
        <p:txBody>
          <a:bodyPr/>
          <a:lstStyle>
            <a:lvl1pPr>
              <a:defRPr>
                <a:latin typeface="Times New Roman" pitchFamily="18" charset="0"/>
                <a:ea typeface="宋体" pitchFamily="2" charset="-122"/>
                <a:cs typeface="Times New Roman" pitchFamily="18" charset="0"/>
              </a:defRPr>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atin typeface="宋体" pitchFamily="2" charset="-122"/>
                <a:ea typeface="宋体" pitchFamily="2" charset="-12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smtClean="0"/>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atin typeface="Times New Roman" pitchFamily="18" charset="0"/>
                <a:ea typeface="宋体" pitchFamily="2" charset="-122"/>
                <a:cs typeface="Times New Roman" pitchFamily="18" charset="0"/>
              </a:defRPr>
            </a:lvl1pPr>
            <a:lvl2pPr>
              <a:defRPr sz="2000">
                <a:latin typeface="Times New Roman" pitchFamily="18" charset="0"/>
                <a:ea typeface="宋体" pitchFamily="2" charset="-122"/>
                <a:cs typeface="Times New Roman" pitchFamily="18" charset="0"/>
              </a:defRPr>
            </a:lvl2pPr>
            <a:lvl3pPr>
              <a:defRPr sz="1800">
                <a:latin typeface="Times New Roman" pitchFamily="18" charset="0"/>
                <a:ea typeface="宋体" pitchFamily="2" charset="-122"/>
                <a:cs typeface="Times New Roman" pitchFamily="18" charset="0"/>
              </a:defRPr>
            </a:lvl3pPr>
            <a:lvl4pPr>
              <a:defRPr sz="1600">
                <a:latin typeface="Times New Roman" pitchFamily="18" charset="0"/>
                <a:ea typeface="宋体" pitchFamily="2" charset="-122"/>
                <a:cs typeface="Times New Roman" pitchFamily="18" charset="0"/>
              </a:defRPr>
            </a:lvl4pPr>
            <a:lvl5pPr>
              <a:defRPr sz="1600">
                <a:latin typeface="Times New Roman" pitchFamily="18" charset="0"/>
                <a:ea typeface="宋体" pitchFamily="2" charset="-122"/>
                <a:cs typeface="Times New Roman" pitchFamily="18" charset="0"/>
              </a:defRPr>
            </a:lvl5pPr>
            <a:lvl6pPr>
              <a:defRPr sz="1600"/>
            </a:lvl6pPr>
            <a:lvl7pPr>
              <a:defRPr sz="1600"/>
            </a:lvl7pPr>
            <a:lvl8pPr>
              <a:defRPr sz="1600"/>
            </a:lvl8pPr>
            <a:lvl9pPr>
              <a:defRPr sz="1600"/>
            </a:lvl9pPr>
          </a:lstStyle>
          <a:p>
            <a:pPr lvl="0" fontAlgn="base"/>
            <a:r>
              <a:rPr lang="zh-CN" altLang="en-US" strike="noStrike" noProof="1" smtClean="0"/>
              <a:t>单击此处编辑母版文本样式</a:t>
            </a:r>
          </a:p>
          <a:p>
            <a:pPr lvl="1" fontAlgn="base"/>
            <a:r>
              <a:rPr lang="zh-CN" altLang="en-US" strike="noStrike" noProof="1" smtClean="0"/>
              <a:t>第二级</a:t>
            </a:r>
          </a:p>
          <a:p>
            <a:pPr lvl="2" fontAlgn="base"/>
            <a:r>
              <a:rPr lang="zh-CN" altLang="en-US" strike="noStrike" noProof="1" smtClean="0"/>
              <a:t>第三级</a:t>
            </a:r>
          </a:p>
          <a:p>
            <a:pPr lvl="3" fontAlgn="base"/>
            <a:r>
              <a:rPr lang="zh-CN" altLang="en-US" strike="noStrike" noProof="1" smtClean="0"/>
              <a:t>第四级</a:t>
            </a:r>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atin typeface="Times New Roman" pitchFamily="18" charset="0"/>
                <a:ea typeface="宋体" pitchFamily="2" charset="-122"/>
                <a:cs typeface="Times New Roman" pitchFamily="18"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smtClean="0"/>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atin typeface="Times New Roman" pitchFamily="18" charset="0"/>
                <a:ea typeface="宋体" pitchFamily="2" charset="-122"/>
                <a:cs typeface="Times New Roman" pitchFamily="18" charset="0"/>
              </a:defRPr>
            </a:lvl1pPr>
            <a:lvl2pPr>
              <a:defRPr sz="2000">
                <a:latin typeface="Times New Roman" pitchFamily="18" charset="0"/>
                <a:ea typeface="宋体" pitchFamily="2" charset="-122"/>
                <a:cs typeface="Times New Roman" pitchFamily="18" charset="0"/>
              </a:defRPr>
            </a:lvl2pPr>
            <a:lvl3pPr>
              <a:defRPr sz="1800">
                <a:latin typeface="Times New Roman" pitchFamily="18" charset="0"/>
                <a:ea typeface="宋体" pitchFamily="2" charset="-122"/>
                <a:cs typeface="Times New Roman" pitchFamily="18" charset="0"/>
              </a:defRPr>
            </a:lvl3pPr>
            <a:lvl4pPr>
              <a:defRPr sz="1600">
                <a:latin typeface="Times New Roman" pitchFamily="18" charset="0"/>
                <a:ea typeface="宋体" pitchFamily="2" charset="-122"/>
                <a:cs typeface="Times New Roman" pitchFamily="18" charset="0"/>
              </a:defRPr>
            </a:lvl4pPr>
            <a:lvl5pPr>
              <a:defRPr sz="1600">
                <a:latin typeface="Times New Roman" pitchFamily="18" charset="0"/>
                <a:ea typeface="宋体" pitchFamily="2" charset="-122"/>
                <a:cs typeface="Times New Roman" pitchFamily="18" charset="0"/>
              </a:defRPr>
            </a:lvl5pPr>
            <a:lvl6pPr>
              <a:defRPr sz="1600"/>
            </a:lvl6pPr>
            <a:lvl7pPr>
              <a:defRPr sz="1600"/>
            </a:lvl7pPr>
            <a:lvl8pPr>
              <a:defRPr sz="1600"/>
            </a:lvl8pPr>
            <a:lvl9pPr>
              <a:defRPr sz="1600"/>
            </a:lvl9pPr>
          </a:lstStyle>
          <a:p>
            <a:pPr lvl="0" fontAlgn="base"/>
            <a:r>
              <a:rPr lang="zh-CN" altLang="en-US" strike="noStrike" noProof="1" smtClean="0"/>
              <a:t>单击此处编辑母版文本样式</a:t>
            </a:r>
          </a:p>
          <a:p>
            <a:pPr lvl="1" fontAlgn="base"/>
            <a:r>
              <a:rPr lang="zh-CN" altLang="en-US" strike="noStrike" noProof="1" smtClean="0"/>
              <a:t>第二级</a:t>
            </a:r>
          </a:p>
          <a:p>
            <a:pPr lvl="2" fontAlgn="base"/>
            <a:r>
              <a:rPr lang="zh-CN" altLang="en-US" strike="noStrike" noProof="1" smtClean="0"/>
              <a:t>第三级</a:t>
            </a:r>
          </a:p>
          <a:p>
            <a:pPr lvl="3" fontAlgn="base"/>
            <a:r>
              <a:rPr lang="zh-CN" altLang="en-US" strike="noStrike" noProof="1" smtClean="0"/>
              <a:t>第四级</a:t>
            </a:r>
          </a:p>
          <a:p>
            <a:pPr lvl="4" fontAlgn="base"/>
            <a:r>
              <a:rPr lang="zh-CN" altLang="en-US" strike="noStrike" noProof="1" smtClean="0"/>
              <a:t>第五级</a:t>
            </a:r>
            <a:endParaRPr lang="zh-CN" altLang="en-US" strike="noStrike" noProof="1"/>
          </a:p>
        </p:txBody>
      </p:sp>
      <p:sp>
        <p:nvSpPr>
          <p:cNvPr id="7" name="灯片编号占位符 6"/>
          <p:cNvSpPr>
            <a:spLocks noGrp="1"/>
          </p:cNvSpPr>
          <p:nvPr>
            <p:ph type="sldNum" sz="quarter" idx="10"/>
          </p:nvPr>
        </p:nvSpPr>
        <p:spPr/>
        <p:txBody>
          <a:bodyPr/>
          <a:lstStyle/>
          <a:p>
            <a:pPr lvl="0" eaLnBrk="1" fontAlgn="base" hangingPunct="1">
              <a:buNone/>
            </a:pPr>
            <a:fld id="{9A0DB2DC-4C9A-4742-B13C-FB6460FD3503}" type="slidenum">
              <a:rPr lang="zh-CN" altLang="en-US" strike="noStrike" noProof="1" dirty="0">
                <a:latin typeface="Verdana" panose="020B0604030504040204" pitchFamily="34" charset="0"/>
                <a:ea typeface="宋体" panose="02010600030101010101" pitchFamily="2" charset="-122"/>
                <a:cs typeface="+mn-cs"/>
              </a:rPr>
              <a:t>‹#›</a:t>
            </a:fld>
            <a:endParaRPr lang="zh-CN" altLang="en-US" strike="noStrike" noProof="1"/>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atin typeface="Times New Roman" pitchFamily="18" charset="0"/>
                <a:ea typeface="宋体" pitchFamily="2" charset="-122"/>
                <a:cs typeface="Times New Roman" pitchFamily="18" charset="0"/>
              </a:defRPr>
            </a:lvl1pPr>
          </a:lstStyle>
          <a:p>
            <a:pPr fontAlgn="base"/>
            <a:r>
              <a:rPr lang="zh-CN" altLang="en-US" strike="noStrike" noProof="1" smtClean="0"/>
              <a:t>单击此处编辑母版标题样式</a:t>
            </a:r>
            <a:endParaRPr lang="zh-CN" altLang="en-US" strike="noStrike" noProof="1"/>
          </a:p>
        </p:txBody>
      </p:sp>
      <p:sp>
        <p:nvSpPr>
          <p:cNvPr id="3" name="灯片编号占位符 2"/>
          <p:cNvSpPr>
            <a:spLocks noGrp="1"/>
          </p:cNvSpPr>
          <p:nvPr>
            <p:ph type="sldNum" sz="quarter" idx="10"/>
          </p:nvPr>
        </p:nvSpPr>
        <p:spPr/>
        <p:txBody>
          <a:bodyPr/>
          <a:lstStyle/>
          <a:p>
            <a:pPr lvl="0" eaLnBrk="1" fontAlgn="base" hangingPunct="1">
              <a:buNone/>
            </a:pPr>
            <a:fld id="{9A0DB2DC-4C9A-4742-B13C-FB6460FD3503}" type="slidenum">
              <a:rPr lang="zh-CN" altLang="en-US" strike="noStrike" noProof="1" dirty="0">
                <a:latin typeface="Verdana" panose="020B0604030504040204" pitchFamily="34" charset="0"/>
                <a:ea typeface="宋体" panose="02010600030101010101" pitchFamily="2" charset="-122"/>
                <a:cs typeface="+mn-cs"/>
              </a:rPr>
              <a:t>‹#›</a:t>
            </a:fld>
            <a:endParaRPr lang="zh-CN" altLang="en-US" strike="noStrike" noProof="1"/>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灯片编号占位符 1"/>
          <p:cNvSpPr>
            <a:spLocks noGrp="1"/>
          </p:cNvSpPr>
          <p:nvPr>
            <p:ph type="sldNum" sz="quarter" idx="10"/>
          </p:nvPr>
        </p:nvSpPr>
        <p:spPr/>
        <p:txBody>
          <a:bodyPr/>
          <a:lstStyle/>
          <a:p>
            <a:pPr lvl="0" eaLnBrk="1" fontAlgn="base" hangingPunct="1">
              <a:buNone/>
            </a:pPr>
            <a:fld id="{9A0DB2DC-4C9A-4742-B13C-FB6460FD3503}" type="slidenum">
              <a:rPr lang="zh-CN" altLang="en-US" strike="noStrike" noProof="1" dirty="0">
                <a:latin typeface="Verdana" panose="020B0604030504040204" pitchFamily="34" charset="0"/>
                <a:ea typeface="宋体" panose="02010600030101010101" pitchFamily="2" charset="-122"/>
                <a:cs typeface="+mn-cs"/>
              </a:rPr>
              <a:t>‹#›</a:t>
            </a:fld>
            <a:endParaRPr lang="zh-CN" altLang="en-US" strike="noStrike" noProof="1"/>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atin typeface="Times New Roman" pitchFamily="18" charset="0"/>
                <a:ea typeface="宋体" pitchFamily="2" charset="-122"/>
                <a:cs typeface="Times New Roman" pitchFamily="18" charset="0"/>
              </a:defRPr>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575050" y="273050"/>
            <a:ext cx="5111750" cy="5853113"/>
          </a:xfrm>
        </p:spPr>
        <p:txBody>
          <a:bodyPr/>
          <a:lstStyle>
            <a:lvl1pPr>
              <a:defRPr sz="3200">
                <a:latin typeface="Times New Roman" pitchFamily="18" charset="0"/>
                <a:ea typeface="宋体" pitchFamily="2" charset="-122"/>
                <a:cs typeface="Times New Roman" pitchFamily="18" charset="0"/>
              </a:defRPr>
            </a:lvl1pPr>
            <a:lvl2pPr>
              <a:defRPr sz="2800">
                <a:latin typeface="Times New Roman" pitchFamily="18" charset="0"/>
                <a:ea typeface="宋体" pitchFamily="2" charset="-122"/>
                <a:cs typeface="Times New Roman" pitchFamily="18" charset="0"/>
              </a:defRPr>
            </a:lvl2pPr>
            <a:lvl3pPr>
              <a:defRPr sz="2400">
                <a:latin typeface="Times New Roman" pitchFamily="18" charset="0"/>
                <a:ea typeface="宋体" pitchFamily="2" charset="-122"/>
                <a:cs typeface="Times New Roman" pitchFamily="18" charset="0"/>
              </a:defRPr>
            </a:lvl3pPr>
            <a:lvl4pPr>
              <a:defRPr sz="2000">
                <a:latin typeface="Times New Roman" pitchFamily="18" charset="0"/>
                <a:ea typeface="宋体" pitchFamily="2" charset="-122"/>
                <a:cs typeface="Times New Roman" pitchFamily="18" charset="0"/>
              </a:defRPr>
            </a:lvl4pPr>
            <a:lvl5pPr>
              <a:defRPr sz="2000">
                <a:latin typeface="Times New Roman" pitchFamily="18" charset="0"/>
                <a:ea typeface="宋体" pitchFamily="2" charset="-122"/>
                <a:cs typeface="Times New Roman" pitchFamily="18" charset="0"/>
              </a:defRPr>
            </a:lvl5pPr>
            <a:lvl6pPr>
              <a:defRPr sz="2000"/>
            </a:lvl6pPr>
            <a:lvl7pPr>
              <a:defRPr sz="2000"/>
            </a:lvl7pPr>
            <a:lvl8pPr>
              <a:defRPr sz="2000"/>
            </a:lvl8pPr>
            <a:lvl9pPr>
              <a:defRPr sz="2000"/>
            </a:lvl9pPr>
          </a:lstStyle>
          <a:p>
            <a:pPr lvl="0" fontAlgn="base"/>
            <a:r>
              <a:rPr lang="zh-CN" altLang="en-US" strike="noStrike" noProof="1" smtClean="0"/>
              <a:t>单击此处编辑母版文本样式</a:t>
            </a:r>
          </a:p>
          <a:p>
            <a:pPr lvl="1" fontAlgn="base"/>
            <a:r>
              <a:rPr lang="zh-CN" altLang="en-US" strike="noStrike" noProof="1" smtClean="0"/>
              <a:t>第二级</a:t>
            </a:r>
          </a:p>
          <a:p>
            <a:pPr lvl="2" fontAlgn="base"/>
            <a:r>
              <a:rPr lang="zh-CN" altLang="en-US" strike="noStrike" noProof="1" smtClean="0"/>
              <a:t>第三级</a:t>
            </a:r>
          </a:p>
          <a:p>
            <a:pPr lvl="3" fontAlgn="base"/>
            <a:r>
              <a:rPr lang="zh-CN" altLang="en-US" strike="noStrike" noProof="1" smtClean="0"/>
              <a:t>第四级</a:t>
            </a:r>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atin typeface="Times New Roman" pitchFamily="18" charset="0"/>
                <a:ea typeface="宋体" pitchFamily="2" charset="-122"/>
                <a:cs typeface="Times New Roman" pitchFamily="18" charset="0"/>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smtClean="0"/>
              <a:t>单击此处编辑母版文本样式</a:t>
            </a:r>
          </a:p>
        </p:txBody>
      </p:sp>
      <p:sp>
        <p:nvSpPr>
          <p:cNvPr id="5" name="灯片编号占位符 4"/>
          <p:cNvSpPr>
            <a:spLocks noGrp="1"/>
          </p:cNvSpPr>
          <p:nvPr>
            <p:ph type="sldNum" sz="quarter" idx="10"/>
          </p:nvPr>
        </p:nvSpPr>
        <p:spPr/>
        <p:txBody>
          <a:bodyPr/>
          <a:lstStyle/>
          <a:p>
            <a:pPr lvl="0" eaLnBrk="1" fontAlgn="base" hangingPunct="1">
              <a:buNone/>
            </a:pPr>
            <a:fld id="{9A0DB2DC-4C9A-4742-B13C-FB6460FD3503}" type="slidenum">
              <a:rPr lang="zh-CN" altLang="en-US" strike="noStrike" noProof="1" dirty="0">
                <a:latin typeface="Verdana" panose="020B0604030504040204" pitchFamily="34" charset="0"/>
                <a:ea typeface="宋体" panose="02010600030101010101" pitchFamily="2" charset="-122"/>
                <a:cs typeface="+mn-cs"/>
              </a:rPr>
              <a:t>‹#›</a:t>
            </a:fld>
            <a:endParaRPr lang="zh-CN" altLang="en-US" strike="noStrike" noProof="1"/>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1792288" y="612775"/>
            <a:ext cx="5486400" cy="4114800"/>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
                <a:schemeClr val="tx1"/>
              </a:buClr>
              <a:buSzTx/>
              <a:buFont typeface="Wingdings" panose="05000000000000000000" pitchFamily="2" charset="2"/>
              <a:buNone/>
              <a:defRPr/>
            </a:pPr>
            <a:endParaRPr kumimoji="0" lang="zh-CN" altLang="en-US" sz="3200" b="1" i="0" u="none" strike="noStrike" kern="0" cap="none" spc="0" normalizeH="0" baseline="0" noProof="0" smtClean="0">
              <a:ln>
                <a:noFill/>
              </a:ln>
              <a:solidFill>
                <a:schemeClr val="tx2"/>
              </a:solidFill>
              <a:effectLst/>
              <a:uLnTx/>
              <a:uFillTx/>
              <a:latin typeface="+mn-lt"/>
              <a:ea typeface="+mn-ea"/>
              <a:cs typeface="+mn-cs"/>
            </a:endParaRP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smtClean="0"/>
              <a:t>单击此处编辑母版文本样式</a:t>
            </a:r>
          </a:p>
        </p:txBody>
      </p:sp>
      <p:sp>
        <p:nvSpPr>
          <p:cNvPr id="5" name="灯片编号占位符 4"/>
          <p:cNvSpPr>
            <a:spLocks noGrp="1"/>
          </p:cNvSpPr>
          <p:nvPr>
            <p:ph type="sldNum" sz="quarter" idx="10"/>
          </p:nvPr>
        </p:nvSpPr>
        <p:spPr/>
        <p:txBody>
          <a:bodyPr/>
          <a:lstStyle/>
          <a:p>
            <a:pPr lvl="0" eaLnBrk="1" fontAlgn="base" hangingPunct="1">
              <a:buNone/>
            </a:pPr>
            <a:fld id="{9A0DB2DC-4C9A-4742-B13C-FB6460FD3503}" type="slidenum">
              <a:rPr lang="zh-CN" altLang="en-US" strike="noStrike" noProof="1" dirty="0">
                <a:latin typeface="Verdana" panose="020B0604030504040204" pitchFamily="34" charset="0"/>
                <a:ea typeface="宋体" panose="02010600030101010101" pitchFamily="2" charset="-122"/>
                <a:cs typeface="+mn-cs"/>
              </a:rPr>
              <a:t>‹#›</a:t>
            </a:fld>
            <a:endParaRPr lang="zh-CN" altLang="en-US" strike="noStrike" noProof="1"/>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lvl1pPr>
              <a:defRPr>
                <a:latin typeface="Times New Roman" pitchFamily="18" charset="0"/>
                <a:ea typeface="宋体" pitchFamily="2" charset="-122"/>
                <a:cs typeface="Times New Roman" pitchFamily="18" charset="0"/>
              </a:defRPr>
            </a:lvl1pPr>
            <a:lvl2pPr>
              <a:defRPr>
                <a:latin typeface="Times New Roman" pitchFamily="18" charset="0"/>
                <a:ea typeface="宋体" pitchFamily="2" charset="-122"/>
                <a:cs typeface="Times New Roman" pitchFamily="18" charset="0"/>
              </a:defRPr>
            </a:lvl2pPr>
            <a:lvl3pPr>
              <a:defRPr>
                <a:latin typeface="Times New Roman" pitchFamily="18" charset="0"/>
                <a:ea typeface="宋体" pitchFamily="2" charset="-122"/>
                <a:cs typeface="Times New Roman" pitchFamily="18" charset="0"/>
              </a:defRPr>
            </a:lvl3pPr>
            <a:lvl4pPr>
              <a:defRPr>
                <a:latin typeface="Times New Roman" pitchFamily="18" charset="0"/>
                <a:ea typeface="宋体" pitchFamily="2" charset="-122"/>
                <a:cs typeface="Times New Roman" pitchFamily="18" charset="0"/>
              </a:defRPr>
            </a:lvl4pPr>
            <a:lvl5pPr>
              <a:defRPr>
                <a:latin typeface="Times New Roman" pitchFamily="18" charset="0"/>
                <a:ea typeface="宋体" pitchFamily="2" charset="-122"/>
                <a:cs typeface="Times New Roman" pitchFamily="18" charset="0"/>
              </a:defRPr>
            </a:lvl5pPr>
          </a:lstStyle>
          <a:p>
            <a:pPr lvl="0" fontAlgn="base"/>
            <a:r>
              <a:rPr lang="zh-CN" altLang="en-US" strike="noStrike" noProof="1" smtClean="0"/>
              <a:t>单击此处编辑母版文本样式</a:t>
            </a:r>
          </a:p>
          <a:p>
            <a:pPr lvl="1" fontAlgn="base"/>
            <a:r>
              <a:rPr lang="zh-CN" altLang="en-US" strike="noStrike" noProof="1" smtClean="0"/>
              <a:t>第二级</a:t>
            </a:r>
          </a:p>
          <a:p>
            <a:pPr lvl="2" fontAlgn="base"/>
            <a:r>
              <a:rPr lang="zh-CN" altLang="en-US" strike="noStrike" noProof="1" smtClean="0"/>
              <a:t>第三级</a:t>
            </a:r>
          </a:p>
          <a:p>
            <a:pPr lvl="3" fontAlgn="base"/>
            <a:r>
              <a:rPr lang="zh-CN" altLang="en-US" strike="noStrike" noProof="1" smtClean="0"/>
              <a:t>第四级</a:t>
            </a:r>
          </a:p>
          <a:p>
            <a:pPr lvl="4" fontAlgn="base"/>
            <a:r>
              <a:rPr lang="zh-CN" altLang="en-US" strike="noStrike" noProof="1" smtClean="0"/>
              <a:t>第五级</a:t>
            </a:r>
            <a:endParaRPr lang="zh-CN" altLang="en-US" strike="noStrike" noProof="1"/>
          </a:p>
        </p:txBody>
      </p:sp>
      <p:sp>
        <p:nvSpPr>
          <p:cNvPr id="4" name="灯片编号占位符 3"/>
          <p:cNvSpPr>
            <a:spLocks noGrp="1"/>
          </p:cNvSpPr>
          <p:nvPr>
            <p:ph type="sldNum" sz="quarter" idx="10"/>
          </p:nvPr>
        </p:nvSpPr>
        <p:spPr/>
        <p:txBody>
          <a:bodyPr/>
          <a:lstStyle/>
          <a:p>
            <a:pPr lvl="0" eaLnBrk="1" fontAlgn="base" hangingPunct="1">
              <a:buNone/>
            </a:pPr>
            <a:fld id="{9A0DB2DC-4C9A-4742-B13C-FB6460FD3503}" type="slidenum">
              <a:rPr lang="zh-CN" altLang="en-US" strike="noStrike" noProof="1" dirty="0">
                <a:latin typeface="Verdana" panose="020B0604030504040204" pitchFamily="34" charset="0"/>
                <a:ea typeface="宋体" panose="02010600030101010101" pitchFamily="2" charset="-122"/>
                <a:cs typeface="+mn-cs"/>
              </a:rPr>
              <a:t>‹#›</a:t>
            </a:fld>
            <a:endParaRPr lang="zh-CN" altLang="en-US" strike="noStrike" noProof="1"/>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10350" y="152400"/>
            <a:ext cx="2076450" cy="6019800"/>
          </a:xfrm>
        </p:spPr>
        <p:txBody>
          <a:bodyPr vert="eaVert"/>
          <a:lstStyle>
            <a:lvl1pPr>
              <a:defRPr>
                <a:latin typeface="Times New Roman" pitchFamily="18" charset="0"/>
                <a:ea typeface="宋体" pitchFamily="2" charset="-122"/>
                <a:cs typeface="Times New Roman" pitchFamily="18" charset="0"/>
              </a:defRPr>
            </a:lvl1p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381000" y="152400"/>
            <a:ext cx="6076950" cy="6019800"/>
          </a:xfrm>
        </p:spPr>
        <p:txBody>
          <a:bodyPr vert="eaVert"/>
          <a:lstStyle>
            <a:lvl1pPr>
              <a:defRPr>
                <a:latin typeface="Times New Roman" pitchFamily="18" charset="0"/>
                <a:ea typeface="宋体" pitchFamily="2" charset="-122"/>
                <a:cs typeface="Times New Roman" pitchFamily="18" charset="0"/>
              </a:defRPr>
            </a:lvl1pPr>
            <a:lvl2pPr>
              <a:defRPr>
                <a:latin typeface="Times New Roman" pitchFamily="18" charset="0"/>
                <a:ea typeface="宋体" pitchFamily="2" charset="-122"/>
                <a:cs typeface="Times New Roman" pitchFamily="18" charset="0"/>
              </a:defRPr>
            </a:lvl2pPr>
            <a:lvl3pPr>
              <a:defRPr>
                <a:latin typeface="Times New Roman" pitchFamily="18" charset="0"/>
                <a:ea typeface="宋体" pitchFamily="2" charset="-122"/>
                <a:cs typeface="Times New Roman" pitchFamily="18" charset="0"/>
              </a:defRPr>
            </a:lvl3pPr>
            <a:lvl4pPr>
              <a:defRPr>
                <a:latin typeface="Times New Roman" pitchFamily="18" charset="0"/>
                <a:ea typeface="宋体" pitchFamily="2" charset="-122"/>
                <a:cs typeface="Times New Roman" pitchFamily="18" charset="0"/>
              </a:defRPr>
            </a:lvl4pPr>
            <a:lvl5pPr>
              <a:defRPr>
                <a:latin typeface="Times New Roman" pitchFamily="18" charset="0"/>
                <a:ea typeface="宋体" pitchFamily="2" charset="-122"/>
                <a:cs typeface="Times New Roman" pitchFamily="18" charset="0"/>
              </a:defRPr>
            </a:lvl5pPr>
          </a:lstStyle>
          <a:p>
            <a:pPr lvl="0" fontAlgn="base"/>
            <a:r>
              <a:rPr lang="zh-CN" altLang="en-US" strike="noStrike" noProof="1" smtClean="0"/>
              <a:t>单击此处编辑母版文本样式</a:t>
            </a:r>
          </a:p>
          <a:p>
            <a:pPr lvl="1" fontAlgn="base"/>
            <a:r>
              <a:rPr lang="zh-CN" altLang="en-US" strike="noStrike" noProof="1" smtClean="0"/>
              <a:t>第二级</a:t>
            </a:r>
          </a:p>
          <a:p>
            <a:pPr lvl="2" fontAlgn="base"/>
            <a:r>
              <a:rPr lang="zh-CN" altLang="en-US" strike="noStrike" noProof="1" smtClean="0"/>
              <a:t>第三级</a:t>
            </a:r>
          </a:p>
          <a:p>
            <a:pPr lvl="3" fontAlgn="base"/>
            <a:r>
              <a:rPr lang="zh-CN" altLang="en-US" strike="noStrike" noProof="1" smtClean="0"/>
              <a:t>第四级</a:t>
            </a:r>
          </a:p>
          <a:p>
            <a:pPr lvl="4" fontAlgn="base"/>
            <a:r>
              <a:rPr lang="zh-CN" altLang="en-US" strike="noStrike" noProof="1" smtClean="0"/>
              <a:t>第五级</a:t>
            </a:r>
            <a:endParaRPr lang="zh-CN" altLang="en-US" strike="noStrike" noProof="1"/>
          </a:p>
        </p:txBody>
      </p:sp>
      <p:sp>
        <p:nvSpPr>
          <p:cNvPr id="4" name="灯片编号占位符 3"/>
          <p:cNvSpPr>
            <a:spLocks noGrp="1"/>
          </p:cNvSpPr>
          <p:nvPr>
            <p:ph type="sldNum" sz="quarter" idx="10"/>
          </p:nvPr>
        </p:nvSpPr>
        <p:spPr/>
        <p:txBody>
          <a:bodyPr/>
          <a:lstStyle/>
          <a:p>
            <a:pPr lvl="0" eaLnBrk="1" fontAlgn="base" hangingPunct="1">
              <a:buNone/>
            </a:pPr>
            <a:fld id="{9A0DB2DC-4C9A-4742-B13C-FB6460FD3503}" type="slidenum">
              <a:rPr lang="zh-CN" altLang="en-US" strike="noStrike" noProof="1" dirty="0">
                <a:latin typeface="Verdana" panose="020B0604030504040204" pitchFamily="34" charset="0"/>
                <a:ea typeface="宋体" panose="02010600030101010101" pitchFamily="2" charset="-122"/>
                <a:cs typeface="+mn-cs"/>
              </a:rPr>
              <a:t>‹#›</a:t>
            </a:fld>
            <a:endParaRPr lang="zh-CN" altLang="en-US" strike="noStrike" noProof="1"/>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16770" name="Freeform 2"/>
          <p:cNvSpPr/>
          <p:nvPr/>
        </p:nvSpPr>
        <p:spPr bwMode="gray">
          <a:xfrm>
            <a:off x="0" y="5638800"/>
            <a:ext cx="9144000" cy="1219200"/>
          </a:xfrm>
          <a:custGeom>
            <a:avLst/>
            <a:gdLst/>
            <a:ahLst/>
            <a:cxnLst>
              <a:cxn ang="0">
                <a:pos x="0" y="512"/>
              </a:cxn>
              <a:cxn ang="0">
                <a:pos x="5120" y="512"/>
              </a:cxn>
              <a:cxn ang="0">
                <a:pos x="5760" y="0"/>
              </a:cxn>
              <a:cxn ang="0">
                <a:pos x="5760" y="768"/>
              </a:cxn>
              <a:cxn ang="0">
                <a:pos x="0" y="768"/>
              </a:cxn>
              <a:cxn ang="0">
                <a:pos x="0" y="512"/>
              </a:cxn>
            </a:cxnLst>
            <a:rect l="0" t="0" r="r" b="b"/>
            <a:pathLst>
              <a:path w="5760" h="768">
                <a:moveTo>
                  <a:pt x="0" y="512"/>
                </a:moveTo>
                <a:lnTo>
                  <a:pt x="5120" y="512"/>
                </a:lnTo>
                <a:lnTo>
                  <a:pt x="5760" y="0"/>
                </a:lnTo>
                <a:lnTo>
                  <a:pt x="5760" y="768"/>
                </a:lnTo>
                <a:lnTo>
                  <a:pt x="0" y="768"/>
                </a:lnTo>
                <a:lnTo>
                  <a:pt x="0" y="512"/>
                </a:lnTo>
                <a:close/>
              </a:path>
            </a:pathLst>
          </a:custGeom>
          <a:solidFill>
            <a:schemeClr val="accent2"/>
          </a:solidFill>
          <a:ln w="9525">
            <a:noFill/>
            <a:round/>
          </a:ln>
          <a:effectLst/>
        </p:spPr>
        <p:txBody>
          <a:bodyPr/>
          <a:lstStyle/>
          <a:p>
            <a:pPr algn="r"/>
            <a:endParaRPr>
              <a:latin typeface="Arial" panose="020B0604020202020204" pitchFamily="34" charset="0"/>
              <a:ea typeface="Gulim" panose="020B0600000101010101" pitchFamily="34" charset="-127"/>
            </a:endParaRPr>
          </a:p>
        </p:txBody>
      </p:sp>
      <p:sp>
        <p:nvSpPr>
          <p:cNvPr id="416771" name="Freeform 3"/>
          <p:cNvSpPr/>
          <p:nvPr/>
        </p:nvSpPr>
        <p:spPr bwMode="gray">
          <a:xfrm>
            <a:off x="-3175" y="-3175"/>
            <a:ext cx="9147175" cy="1133475"/>
          </a:xfrm>
          <a:custGeom>
            <a:avLst/>
            <a:gdLst/>
            <a:ahLst/>
            <a:cxnLst>
              <a:cxn ang="0">
                <a:pos x="0" y="0"/>
              </a:cxn>
              <a:cxn ang="0">
                <a:pos x="3790" y="0"/>
              </a:cxn>
              <a:cxn ang="0">
                <a:pos x="3790" y="232"/>
              </a:cxn>
              <a:cxn ang="0">
                <a:pos x="3380" y="712"/>
              </a:cxn>
              <a:cxn ang="0">
                <a:pos x="2" y="714"/>
              </a:cxn>
              <a:cxn ang="0">
                <a:pos x="0" y="0"/>
              </a:cxn>
            </a:cxnLst>
            <a:rect l="0" t="0" r="r" b="b"/>
            <a:pathLst>
              <a:path w="3790" h="714">
                <a:moveTo>
                  <a:pt x="0" y="0"/>
                </a:moveTo>
                <a:lnTo>
                  <a:pt x="3790" y="0"/>
                </a:lnTo>
                <a:lnTo>
                  <a:pt x="3790" y="232"/>
                </a:lnTo>
                <a:lnTo>
                  <a:pt x="3380" y="712"/>
                </a:lnTo>
                <a:lnTo>
                  <a:pt x="2" y="714"/>
                </a:lnTo>
                <a:lnTo>
                  <a:pt x="0" y="0"/>
                </a:lnTo>
                <a:close/>
              </a:path>
            </a:pathLst>
          </a:custGeom>
          <a:solidFill>
            <a:schemeClr val="accent1"/>
          </a:solidFill>
          <a:ln w="9525">
            <a:noFill/>
            <a:round/>
          </a:ln>
          <a:effectLst/>
        </p:spPr>
        <p:txBody>
          <a:bodyPr wrap="none" anchor="ctr"/>
          <a:lstStyle/>
          <a:p>
            <a:pPr algn="r"/>
            <a:endParaRPr>
              <a:latin typeface="Arial" panose="020B0604020202020204" pitchFamily="34" charset="0"/>
              <a:ea typeface="Gulim" panose="020B0600000101010101" pitchFamily="34" charset="-127"/>
            </a:endParaRPr>
          </a:p>
        </p:txBody>
      </p:sp>
      <p:sp>
        <p:nvSpPr>
          <p:cNvPr id="416772" name="Rectangle 4"/>
          <p:cNvSpPr>
            <a:spLocks noChangeArrowheads="1"/>
          </p:cNvSpPr>
          <p:nvPr/>
        </p:nvSpPr>
        <p:spPr bwMode="gray">
          <a:xfrm>
            <a:off x="0" y="882650"/>
            <a:ext cx="7721600" cy="260350"/>
          </a:xfrm>
          <a:prstGeom prst="rect">
            <a:avLst/>
          </a:prstGeom>
          <a:solidFill>
            <a:schemeClr val="hlink"/>
          </a:solidFill>
          <a:ln w="9525">
            <a:noFill/>
            <a:miter lim="800000"/>
          </a:ln>
          <a:effectLst/>
        </p:spPr>
        <p:txBody>
          <a:bodyPr wrap="none" anchor="ctr"/>
          <a:lstStyle/>
          <a:p>
            <a:pPr lvl="0" algn="r">
              <a:buClrTx/>
              <a:buFontTx/>
            </a:pPr>
            <a:endParaRPr lang="zh-CN" altLang="en-US" sz="1800">
              <a:latin typeface="Arial" panose="020B0604020202020204" pitchFamily="34" charset="0"/>
              <a:ea typeface="Gulim" panose="020B0600000101010101" pitchFamily="34" charset="-127"/>
            </a:endParaRPr>
          </a:p>
        </p:txBody>
      </p:sp>
      <p:sp>
        <p:nvSpPr>
          <p:cNvPr id="1029" name="Rectangle 5"/>
          <p:cNvSpPr>
            <a:spLocks noGrp="1"/>
          </p:cNvSpPr>
          <p:nvPr>
            <p:ph type="body"/>
          </p:nvPr>
        </p:nvSpPr>
        <p:spPr>
          <a:xfrm>
            <a:off x="457200" y="1295400"/>
            <a:ext cx="8229600" cy="4876800"/>
          </a:xfrm>
          <a:prstGeom prst="rect">
            <a:avLst/>
          </a:prstGeom>
          <a:noFill/>
          <a:ln w="9525">
            <a:noFill/>
          </a:ln>
        </p:spPr>
        <p:txBody>
          <a:bodyPr anchor="t" anchorCtr="0"/>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16774" name="Rectangle 6"/>
          <p:cNvSpPr>
            <a:spLocks noGrp="1" noChangeArrowheads="1"/>
          </p:cNvSpPr>
          <p:nvPr>
            <p:ph type="sldNum" sz="quarter" idx="4"/>
          </p:nvPr>
        </p:nvSpPr>
        <p:spPr bwMode="gray">
          <a:xfrm>
            <a:off x="3810000" y="6483350"/>
            <a:ext cx="1828800" cy="244475"/>
          </a:xfrm>
          <a:prstGeom prst="rect">
            <a:avLst/>
          </a:prstGeom>
          <a:noFill/>
          <a:ln w="9525">
            <a:noFill/>
            <a:miter lim="800000"/>
          </a:ln>
          <a:effectLst/>
        </p:spPr>
        <p:txBody>
          <a:bodyPr vert="horz" wrap="square" lIns="91440" tIns="45720" rIns="91440" bIns="45720" numCol="1" anchor="t" anchorCtr="0" compatLnSpc="1"/>
          <a:lstStyle>
            <a:lvl1pPr algn="ctr">
              <a:defRPr sz="1000">
                <a:solidFill>
                  <a:schemeClr val="bg1"/>
                </a:solidFill>
                <a:latin typeface="Verdana" panose="020B0604030504040204" pitchFamily="34" charset="0"/>
                <a:ea typeface="宋体" panose="02010600030101010101" pitchFamily="2" charset="-122"/>
              </a:defRPr>
            </a:lvl1pPr>
          </a:lstStyle>
          <a:p>
            <a:pPr lvl="0" eaLnBrk="1" fontAlgn="base" hangingPunct="1">
              <a:buNone/>
            </a:pPr>
            <a:fld id="{9A0DB2DC-4C9A-4742-B13C-FB6460FD3503}" type="slidenum">
              <a:rPr lang="zh-CN" altLang="en-US" strike="noStrike" noProof="1" dirty="0">
                <a:latin typeface="Verdana" panose="020B0604030504040204" pitchFamily="34" charset="0"/>
                <a:ea typeface="宋体" panose="02010600030101010101" pitchFamily="2" charset="-122"/>
                <a:cs typeface="+mn-cs"/>
              </a:rPr>
              <a:t>‹#›</a:t>
            </a:fld>
            <a:endParaRPr lang="zh-CN" altLang="en-US" strike="noStrike" noProof="1"/>
          </a:p>
        </p:txBody>
      </p:sp>
      <p:sp>
        <p:nvSpPr>
          <p:cNvPr id="1031" name="Rectangle 7"/>
          <p:cNvSpPr>
            <a:spLocks noGrp="1"/>
          </p:cNvSpPr>
          <p:nvPr>
            <p:ph type="title"/>
          </p:nvPr>
        </p:nvSpPr>
        <p:spPr>
          <a:xfrm>
            <a:off x="381000" y="152400"/>
            <a:ext cx="6781800" cy="685800"/>
          </a:xfrm>
          <a:prstGeom prst="rect">
            <a:avLst/>
          </a:prstGeom>
          <a:noFill/>
          <a:ln w="9525">
            <a:noFill/>
          </a:ln>
        </p:spPr>
        <p:txBody>
          <a:bodyPr anchor="ctr" anchorCtr="0"/>
          <a:lstStyle/>
          <a:p>
            <a:pPr lvl="0"/>
            <a:r>
              <a:rPr lang="zh-CN" altLang="en-US" dirty="0"/>
              <a:t>单击此处编辑母版标题样式</a:t>
            </a:r>
          </a:p>
        </p:txBody>
      </p:sp>
      <p:sp>
        <p:nvSpPr>
          <p:cNvPr id="416776" name="Freeform 8"/>
          <p:cNvSpPr/>
          <p:nvPr/>
        </p:nvSpPr>
        <p:spPr bwMode="gray">
          <a:xfrm>
            <a:off x="6215063" y="881063"/>
            <a:ext cx="2260600" cy="261938"/>
          </a:xfrm>
          <a:custGeom>
            <a:avLst/>
            <a:gdLst/>
            <a:ahLst/>
            <a:cxnLst>
              <a:cxn ang="0">
                <a:pos x="0" y="165"/>
              </a:cxn>
              <a:cxn ang="0">
                <a:pos x="1221" y="164"/>
              </a:cxn>
              <a:cxn ang="0">
                <a:pos x="1424" y="0"/>
              </a:cxn>
              <a:cxn ang="0">
                <a:pos x="189" y="0"/>
              </a:cxn>
              <a:cxn ang="0">
                <a:pos x="0" y="165"/>
              </a:cxn>
            </a:cxnLst>
            <a:rect l="0" t="0" r="r" b="b"/>
            <a:pathLst>
              <a:path w="1424" h="165">
                <a:moveTo>
                  <a:pt x="0" y="165"/>
                </a:moveTo>
                <a:lnTo>
                  <a:pt x="1221" y="164"/>
                </a:lnTo>
                <a:lnTo>
                  <a:pt x="1424" y="0"/>
                </a:lnTo>
                <a:lnTo>
                  <a:pt x="189" y="0"/>
                </a:lnTo>
                <a:lnTo>
                  <a:pt x="0" y="165"/>
                </a:lnTo>
                <a:close/>
              </a:path>
            </a:pathLst>
          </a:custGeom>
          <a:solidFill>
            <a:schemeClr val="accent2"/>
          </a:solidFill>
          <a:ln w="9525">
            <a:noFill/>
            <a:round/>
          </a:ln>
          <a:effectLst/>
        </p:spPr>
        <p:txBody>
          <a:bodyPr/>
          <a:lstStyle/>
          <a:p>
            <a:pPr algn="r"/>
            <a:endParaRPr>
              <a:latin typeface="Arial" panose="020B0604020202020204" pitchFamily="34" charset="0"/>
              <a:ea typeface="Gulim" panose="020B0600000101010101" pitchFamily="34" charset="-127"/>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l" rtl="0" eaLnBrk="0" fontAlgn="base" hangingPunct="0">
        <a:spcBef>
          <a:spcPct val="0"/>
        </a:spcBef>
        <a:spcAft>
          <a:spcPct val="0"/>
        </a:spcAft>
        <a:defRPr sz="3600" b="1">
          <a:solidFill>
            <a:schemeClr val="bg1"/>
          </a:solidFill>
          <a:latin typeface="+mj-lt"/>
          <a:ea typeface="+mj-ea"/>
          <a:cs typeface="+mj-cs"/>
        </a:defRPr>
      </a:lvl1pPr>
      <a:lvl2pPr algn="l" rtl="0" eaLnBrk="0" fontAlgn="base" hangingPunct="0">
        <a:spcBef>
          <a:spcPct val="0"/>
        </a:spcBef>
        <a:spcAft>
          <a:spcPct val="0"/>
        </a:spcAft>
        <a:defRPr sz="3600">
          <a:solidFill>
            <a:schemeClr val="bg1"/>
          </a:solidFill>
          <a:latin typeface="Verdana" panose="020B0604030504040204" pitchFamily="34" charset="0"/>
        </a:defRPr>
      </a:lvl2pPr>
      <a:lvl3pPr algn="l" rtl="0" eaLnBrk="0" fontAlgn="base" hangingPunct="0">
        <a:spcBef>
          <a:spcPct val="0"/>
        </a:spcBef>
        <a:spcAft>
          <a:spcPct val="0"/>
        </a:spcAft>
        <a:defRPr sz="3600">
          <a:solidFill>
            <a:schemeClr val="bg1"/>
          </a:solidFill>
          <a:latin typeface="Verdana" panose="020B0604030504040204" pitchFamily="34" charset="0"/>
        </a:defRPr>
      </a:lvl3pPr>
      <a:lvl4pPr algn="l" rtl="0" eaLnBrk="0" fontAlgn="base" hangingPunct="0">
        <a:spcBef>
          <a:spcPct val="0"/>
        </a:spcBef>
        <a:spcAft>
          <a:spcPct val="0"/>
        </a:spcAft>
        <a:defRPr sz="3600">
          <a:solidFill>
            <a:schemeClr val="bg1"/>
          </a:solidFill>
          <a:latin typeface="Verdana" panose="020B0604030504040204" pitchFamily="34" charset="0"/>
        </a:defRPr>
      </a:lvl4pPr>
      <a:lvl5pPr algn="l" rtl="0" eaLnBrk="0" fontAlgn="base" hangingPunct="0">
        <a:spcBef>
          <a:spcPct val="0"/>
        </a:spcBef>
        <a:spcAft>
          <a:spcPct val="0"/>
        </a:spcAft>
        <a:defRPr sz="3600">
          <a:solidFill>
            <a:schemeClr val="bg1"/>
          </a:solidFill>
          <a:latin typeface="Verdana" panose="020B0604030504040204" pitchFamily="34" charset="0"/>
        </a:defRPr>
      </a:lvl5pPr>
      <a:lvl6pPr marL="457200" algn="l" rtl="0" fontAlgn="base">
        <a:spcBef>
          <a:spcPct val="0"/>
        </a:spcBef>
        <a:spcAft>
          <a:spcPct val="0"/>
        </a:spcAft>
        <a:defRPr sz="3600">
          <a:solidFill>
            <a:schemeClr val="bg1"/>
          </a:solidFill>
          <a:latin typeface="Verdana" panose="020B0604030504040204" pitchFamily="34" charset="0"/>
        </a:defRPr>
      </a:lvl6pPr>
      <a:lvl7pPr marL="914400" algn="l" rtl="0" fontAlgn="base">
        <a:spcBef>
          <a:spcPct val="0"/>
        </a:spcBef>
        <a:spcAft>
          <a:spcPct val="0"/>
        </a:spcAft>
        <a:defRPr sz="3600">
          <a:solidFill>
            <a:schemeClr val="bg1"/>
          </a:solidFill>
          <a:latin typeface="Verdana" panose="020B0604030504040204" pitchFamily="34" charset="0"/>
        </a:defRPr>
      </a:lvl7pPr>
      <a:lvl8pPr marL="1371600" algn="l" rtl="0" fontAlgn="base">
        <a:spcBef>
          <a:spcPct val="0"/>
        </a:spcBef>
        <a:spcAft>
          <a:spcPct val="0"/>
        </a:spcAft>
        <a:defRPr sz="3600">
          <a:solidFill>
            <a:schemeClr val="bg1"/>
          </a:solidFill>
          <a:latin typeface="Verdana" panose="020B0604030504040204" pitchFamily="34" charset="0"/>
        </a:defRPr>
      </a:lvl8pPr>
      <a:lvl9pPr marL="1828800" algn="l" rtl="0" fontAlgn="base">
        <a:spcBef>
          <a:spcPct val="0"/>
        </a:spcBef>
        <a:spcAft>
          <a:spcPct val="0"/>
        </a:spcAft>
        <a:defRPr sz="3600">
          <a:solidFill>
            <a:schemeClr val="bg1"/>
          </a:solidFill>
          <a:latin typeface="Verdana" panose="020B0604030504040204" pitchFamily="34" charset="0"/>
        </a:defRPr>
      </a:lvl9pPr>
    </p:titleStyle>
    <p:bodyStyle>
      <a:lvl1pPr marL="342900" indent="-342900" algn="l" rtl="0" eaLnBrk="0" fontAlgn="base" hangingPunct="0">
        <a:spcBef>
          <a:spcPct val="20000"/>
        </a:spcBef>
        <a:spcAft>
          <a:spcPct val="0"/>
        </a:spcAft>
        <a:buClr>
          <a:schemeClr val="tx1"/>
        </a:buClr>
        <a:buFont typeface="Wingdings" panose="05000000000000000000" pitchFamily="2" charset="2"/>
        <a:buChar char="v"/>
        <a:defRPr sz="3200" b="1">
          <a:solidFill>
            <a:schemeClr val="tx2"/>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b="1">
          <a:solidFill>
            <a:schemeClr val="tx2"/>
          </a:solidFill>
          <a:latin typeface="Arial" panose="020B0604020202020204" pitchFamily="34" charset="0"/>
        </a:defRPr>
      </a:lvl2pPr>
      <a:lvl3pPr marL="1143000" indent="-228600" algn="l" rtl="0" eaLnBrk="0" fontAlgn="base" hangingPunct="0">
        <a:spcBef>
          <a:spcPct val="20000"/>
        </a:spcBef>
        <a:spcAft>
          <a:spcPct val="0"/>
        </a:spcAft>
        <a:buClr>
          <a:schemeClr val="hlink"/>
        </a:buClr>
        <a:buChar char="•"/>
        <a:defRPr sz="2400" b="1">
          <a:solidFill>
            <a:schemeClr val="tx2"/>
          </a:solidFill>
          <a:latin typeface="Arial" panose="020B0604020202020204" pitchFamily="34" charset="0"/>
        </a:defRPr>
      </a:lvl3pPr>
      <a:lvl4pPr marL="1600200" indent="-228600" algn="l" rtl="0" eaLnBrk="0" fontAlgn="base" hangingPunct="0">
        <a:spcBef>
          <a:spcPct val="20000"/>
        </a:spcBef>
        <a:spcAft>
          <a:spcPct val="0"/>
        </a:spcAft>
        <a:buChar char="–"/>
        <a:defRPr sz="2000" b="1">
          <a:solidFill>
            <a:schemeClr val="tx2"/>
          </a:solidFill>
          <a:latin typeface="Arial" panose="020B0604020202020204" pitchFamily="34" charset="0"/>
        </a:defRPr>
      </a:lvl4pPr>
      <a:lvl5pPr marL="2057400" indent="-228600" algn="l" rtl="0" eaLnBrk="0" fontAlgn="base" hangingPunct="0">
        <a:spcBef>
          <a:spcPct val="20000"/>
        </a:spcBef>
        <a:spcAft>
          <a:spcPct val="0"/>
        </a:spcAft>
        <a:buChar char="»"/>
        <a:defRPr sz="2000" b="1">
          <a:solidFill>
            <a:schemeClr val="tx2"/>
          </a:solidFill>
          <a:latin typeface="Arial" panose="020B0604020202020204" pitchFamily="34" charset="0"/>
        </a:defRPr>
      </a:lvl5pPr>
      <a:lvl6pPr marL="2514600" indent="-228600" algn="l" rtl="0" fontAlgn="base">
        <a:spcBef>
          <a:spcPct val="20000"/>
        </a:spcBef>
        <a:spcAft>
          <a:spcPct val="0"/>
        </a:spcAft>
        <a:buChar char="»"/>
        <a:defRPr sz="2000">
          <a:solidFill>
            <a:schemeClr val="tx2"/>
          </a:solidFill>
          <a:latin typeface="Arial" panose="020B0604020202020204" pitchFamily="34" charset="0"/>
        </a:defRPr>
      </a:lvl6pPr>
      <a:lvl7pPr marL="2971800" indent="-228600" algn="l" rtl="0" fontAlgn="base">
        <a:spcBef>
          <a:spcPct val="20000"/>
        </a:spcBef>
        <a:spcAft>
          <a:spcPct val="0"/>
        </a:spcAft>
        <a:buChar char="»"/>
        <a:defRPr sz="2000">
          <a:solidFill>
            <a:schemeClr val="tx2"/>
          </a:solidFill>
          <a:latin typeface="Arial" panose="020B0604020202020204" pitchFamily="34" charset="0"/>
        </a:defRPr>
      </a:lvl7pPr>
      <a:lvl8pPr marL="3429000" indent="-228600" algn="l" rtl="0" fontAlgn="base">
        <a:spcBef>
          <a:spcPct val="20000"/>
        </a:spcBef>
        <a:spcAft>
          <a:spcPct val="0"/>
        </a:spcAft>
        <a:buChar char="»"/>
        <a:defRPr sz="2000">
          <a:solidFill>
            <a:schemeClr val="tx2"/>
          </a:solidFill>
          <a:latin typeface="Arial" panose="020B0604020202020204" pitchFamily="34" charset="0"/>
        </a:defRPr>
      </a:lvl8pPr>
      <a:lvl9pPr marL="3886200" indent="-228600" algn="l" rtl="0" fontAlgn="base">
        <a:spcBef>
          <a:spcPct val="20000"/>
        </a:spcBef>
        <a:spcAft>
          <a:spcPct val="0"/>
        </a:spcAft>
        <a:buChar char="»"/>
        <a:defRPr sz="2000">
          <a:solidFill>
            <a:schemeClr val="tx2"/>
          </a:solidFill>
          <a:latin typeface="Arial" panose="020B0604020202020204" pitchFamily="34" charset="0"/>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2.xml"/><Relationship Id="rId1" Type="http://schemas.openxmlformats.org/officeDocument/2006/relationships/vmlDrawing" Target="../drawings/vmlDrawing1.vml"/><Relationship Id="rId6" Type="http://schemas.openxmlformats.org/officeDocument/2006/relationships/image" Target="../media/image3.png"/><Relationship Id="rId5" Type="http://schemas.openxmlformats.org/officeDocument/2006/relationships/oleObject" Target="../embeddings/oleObject2.bin"/><Relationship Id="rId4" Type="http://schemas.openxmlformats.org/officeDocument/2006/relationships/image" Target="../media/image2.png"/></Relationships>
</file>

<file path=ppt/slides/_rels/slide10.xml.rels><?xml version="1.0" encoding="UTF-8" standalone="yes"?>
<Relationships xmlns="http://schemas.openxmlformats.org/package/2006/relationships"><Relationship Id="rId3" Type="http://schemas.openxmlformats.org/officeDocument/2006/relationships/image" Target="../media/image5.wmf"/><Relationship Id="rId2" Type="http://schemas.openxmlformats.org/officeDocument/2006/relationships/image" Target="../media/image4.wmf"/><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audio" Target="../media/audio2.wav"/><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audio" Target="../media/audio3.wav"/><Relationship Id="rId2" Type="http://schemas.openxmlformats.org/officeDocument/2006/relationships/slideLayout" Target="../slideLayouts/slideLayout2.xml"/><Relationship Id="rId1" Type="http://schemas.openxmlformats.org/officeDocument/2006/relationships/vmlDrawing" Target="../drawings/vmlDrawing2.vml"/><Relationship Id="rId5" Type="http://schemas.openxmlformats.org/officeDocument/2006/relationships/image" Target="../media/image6.wmf"/><Relationship Id="rId4" Type="http://schemas.openxmlformats.org/officeDocument/2006/relationships/oleObject" Target="../embeddings/oleObject3.bin"/></Relationships>
</file>

<file path=ppt/slides/_rels/slide14.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Layout" Target="../slideLayouts/slideLayout2.xml"/><Relationship Id="rId1" Type="http://schemas.openxmlformats.org/officeDocument/2006/relationships/vmlDrawing" Target="../drawings/vmlDrawing3.vml"/><Relationship Id="rId4" Type="http://schemas.openxmlformats.org/officeDocument/2006/relationships/image" Target="../media/image7.wmf"/></Relationships>
</file>

<file path=ppt/slides/_rels/slide15.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3" name="Rectangle 2"/>
          <p:cNvSpPr>
            <a:spLocks noGrp="1"/>
          </p:cNvSpPr>
          <p:nvPr>
            <p:ph type="ctrTitle"/>
          </p:nvPr>
        </p:nvSpPr>
        <p:spPr>
          <a:xfrm>
            <a:off x="899592" y="1628800"/>
            <a:ext cx="6769100" cy="1539875"/>
          </a:xfrm>
        </p:spPr>
        <p:txBody>
          <a:bodyPr vert="horz" wrap="square" lIns="91440" tIns="45720" rIns="91440" bIns="45720" anchor="ctr" anchorCtr="0"/>
          <a:lstStyle/>
          <a:p>
            <a:pPr algn="ctr" eaLnBrk="1" hangingPunct="1">
              <a:buClrTx/>
              <a:buSzTx/>
              <a:buFontTx/>
            </a:pPr>
            <a:r>
              <a:rPr lang="zh-CN" altLang="en-US" sz="4800" dirty="0">
                <a:latin typeface="+mj-lt"/>
                <a:ea typeface="黑体" panose="02010609060101010101" pitchFamily="2" charset="-122"/>
                <a:cs typeface="+mj-cs"/>
              </a:rPr>
              <a:t>数据库原理与应用</a:t>
            </a:r>
            <a:r>
              <a:rPr lang="en-US" altLang="zh-CN" sz="4800" dirty="0">
                <a:latin typeface="+mj-lt"/>
                <a:ea typeface="黑体" panose="02010609060101010101" pitchFamily="2" charset="-122"/>
                <a:cs typeface="+mj-cs"/>
              </a:rPr>
              <a:t/>
            </a:r>
            <a:br>
              <a:rPr lang="en-US" altLang="zh-CN" sz="4800" dirty="0">
                <a:latin typeface="+mj-lt"/>
                <a:ea typeface="黑体" panose="02010609060101010101" pitchFamily="2" charset="-122"/>
                <a:cs typeface="+mj-cs"/>
              </a:rPr>
            </a:br>
            <a:r>
              <a:rPr lang="zh-CN" altLang="en-US" sz="4400" dirty="0">
                <a:latin typeface="+mj-lt"/>
                <a:ea typeface="黑体" panose="02010609060101010101" pitchFamily="2" charset="-122"/>
                <a:cs typeface="+mj-cs"/>
              </a:rPr>
              <a:t>（第</a:t>
            </a:r>
            <a:r>
              <a:rPr lang="en-US" altLang="zh-CN" sz="4400" dirty="0">
                <a:latin typeface="+mj-lt"/>
                <a:ea typeface="黑体" panose="02010609060101010101" pitchFamily="2" charset="-122"/>
                <a:cs typeface="+mj-cs"/>
              </a:rPr>
              <a:t>3</a:t>
            </a:r>
            <a:r>
              <a:rPr lang="zh-CN" altLang="en-US" sz="4400" dirty="0">
                <a:latin typeface="+mj-lt"/>
                <a:ea typeface="黑体" panose="02010609060101010101" pitchFamily="2" charset="-122"/>
                <a:cs typeface="+mj-cs"/>
              </a:rPr>
              <a:t>版）</a:t>
            </a:r>
            <a:endParaRPr lang="en-US" altLang="zh-CN" sz="4400" dirty="0">
              <a:latin typeface="+mj-lt"/>
              <a:ea typeface="黑体" panose="02010609060101010101" pitchFamily="2" charset="-122"/>
              <a:cs typeface="+mj-cs"/>
            </a:endParaRPr>
          </a:p>
        </p:txBody>
      </p:sp>
      <p:sp>
        <p:nvSpPr>
          <p:cNvPr id="6147" name="Rectangle 6"/>
          <p:cNvSpPr>
            <a:spLocks noGrp="1"/>
          </p:cNvSpPr>
          <p:nvPr>
            <p:ph type="subTitle" idx="1"/>
          </p:nvPr>
        </p:nvSpPr>
        <p:spPr>
          <a:xfrm>
            <a:off x="2362200" y="5791200"/>
            <a:ext cx="4648200" cy="513715"/>
          </a:xfrm>
        </p:spPr>
        <p:txBody>
          <a:bodyPr vert="horz" wrap="square" lIns="91440" tIns="45720" rIns="91440" bIns="45720" anchor="t" anchorCtr="0"/>
          <a:lstStyle/>
          <a:p>
            <a:pPr marL="0" marR="0" indent="0" algn="ctr" defTabSz="914400" rtl="0" eaLnBrk="1" fontAlgn="base" latinLnBrk="0" hangingPunct="1">
              <a:lnSpc>
                <a:spcPct val="100000"/>
              </a:lnSpc>
              <a:spcBef>
                <a:spcPct val="20000"/>
              </a:spcBef>
              <a:buClr>
                <a:schemeClr val="tx1"/>
              </a:buClr>
              <a:buSzTx/>
              <a:buFont typeface="Wingdings" panose="05000000000000000000" pitchFamily="2" charset="2"/>
              <a:buNone/>
            </a:pPr>
            <a:r>
              <a:rPr kumimoji="0" lang="zh-CN" altLang="en-US" sz="2800" b="0" i="0" u="none" strike="noStrike" kern="0" cap="none" spc="0" normalizeH="0" baseline="0" noProof="1">
                <a:solidFill>
                  <a:schemeClr val="bg1"/>
                </a:solidFill>
                <a:latin typeface="宋体" pitchFamily="2" charset="-122"/>
                <a:ea typeface="宋体" pitchFamily="2" charset="-122"/>
              </a:rPr>
              <a:t>人民邮电出版社</a:t>
            </a:r>
          </a:p>
        </p:txBody>
      </p:sp>
    </p:spTree>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7" name="Rectangle 2"/>
          <p:cNvSpPr>
            <a:spLocks noGrp="1"/>
          </p:cNvSpPr>
          <p:nvPr>
            <p:ph type="title"/>
          </p:nvPr>
        </p:nvSpPr>
        <p:spPr/>
        <p:txBody>
          <a:bodyPr vert="horz" wrap="square" lIns="91440" tIns="45720" rIns="91440" bIns="45720" anchor="ctr" anchorCtr="0"/>
          <a:lstStyle/>
          <a:p>
            <a:pPr eaLnBrk="1" hangingPunct="1"/>
            <a:r>
              <a:rPr lang="zh-CN" altLang="en-US" dirty="0">
                <a:latin typeface="黑体" panose="02010609060101010101" pitchFamily="2" charset="-122"/>
                <a:ea typeface="黑体" panose="02010609060101010101" pitchFamily="2" charset="-122"/>
              </a:rPr>
              <a:t>第1章 数据库概述</a:t>
            </a:r>
          </a:p>
        </p:txBody>
      </p:sp>
      <p:sp>
        <p:nvSpPr>
          <p:cNvPr id="4098" name="Rectangle 3"/>
          <p:cNvSpPr>
            <a:spLocks noGrp="1"/>
          </p:cNvSpPr>
          <p:nvPr>
            <p:ph idx="1"/>
          </p:nvPr>
        </p:nvSpPr>
        <p:spPr>
          <a:xfrm>
            <a:off x="1619672" y="1556792"/>
            <a:ext cx="6408712" cy="4076700"/>
          </a:xfrm>
        </p:spPr>
        <p:txBody>
          <a:bodyPr vert="horz" wrap="square" lIns="91440" tIns="45720" rIns="91440" bIns="45720" anchor="t" anchorCtr="0"/>
          <a:lstStyle/>
          <a:p>
            <a:pPr eaLnBrk="1" hangingPunct="1">
              <a:spcBef>
                <a:spcPts val="1800"/>
              </a:spcBef>
            </a:pPr>
            <a:r>
              <a:rPr lang="en-US" altLang="zh-CN" sz="3600" b="0" dirty="0">
                <a:solidFill>
                  <a:srgbClr val="000000"/>
                </a:solidFill>
              </a:rPr>
              <a:t>1.1 </a:t>
            </a:r>
            <a:r>
              <a:rPr lang="zh-CN" altLang="en-US" sz="3600" b="0" dirty="0">
                <a:solidFill>
                  <a:srgbClr val="000000"/>
                </a:solidFill>
              </a:rPr>
              <a:t>数据管理的发展 </a:t>
            </a:r>
          </a:p>
          <a:p>
            <a:pPr eaLnBrk="1" hangingPunct="1">
              <a:spcBef>
                <a:spcPts val="1800"/>
              </a:spcBef>
            </a:pPr>
            <a:r>
              <a:rPr lang="en-US" altLang="zh-CN" sz="3600" b="0" dirty="0">
                <a:solidFill>
                  <a:srgbClr val="000000"/>
                </a:solidFill>
              </a:rPr>
              <a:t>1.2 </a:t>
            </a:r>
            <a:r>
              <a:rPr lang="zh-CN" altLang="en-US" sz="3600" b="0" dirty="0">
                <a:solidFill>
                  <a:srgbClr val="000000"/>
                </a:solidFill>
              </a:rPr>
              <a:t>数据独立性</a:t>
            </a:r>
          </a:p>
          <a:p>
            <a:pPr eaLnBrk="1" hangingPunct="1">
              <a:spcBef>
                <a:spcPts val="1800"/>
              </a:spcBef>
            </a:pPr>
            <a:r>
              <a:rPr lang="en-US" altLang="zh-CN" sz="3600" b="0" dirty="0">
                <a:solidFill>
                  <a:srgbClr val="000000"/>
                </a:solidFill>
              </a:rPr>
              <a:t>1.3 </a:t>
            </a:r>
            <a:r>
              <a:rPr lang="zh-CN" altLang="en-US" sz="3600" b="0" dirty="0">
                <a:solidFill>
                  <a:srgbClr val="000000"/>
                </a:solidFill>
              </a:rPr>
              <a:t>数据库系统的组成</a:t>
            </a:r>
          </a:p>
          <a:p>
            <a:pPr eaLnBrk="1" hangingPunct="1">
              <a:spcBef>
                <a:spcPts val="1800"/>
              </a:spcBef>
            </a:pPr>
            <a:r>
              <a:rPr lang="en-US" altLang="zh-CN" sz="3600" b="0" dirty="0">
                <a:solidFill>
                  <a:srgbClr val="000000"/>
                </a:solidFill>
              </a:rPr>
              <a:t>1.4 </a:t>
            </a:r>
            <a:r>
              <a:rPr lang="zh-CN" altLang="en-US" sz="3600" b="0" dirty="0">
                <a:solidFill>
                  <a:srgbClr val="000000"/>
                </a:solidFill>
              </a:rPr>
              <a:t>数据库应用结构</a:t>
            </a:r>
            <a:r>
              <a:rPr lang="zh-CN" altLang="en-US" sz="2800" b="0" dirty="0">
                <a:solidFill>
                  <a:srgbClr val="000000"/>
                </a:solidFill>
              </a:rPr>
              <a:t> </a:t>
            </a: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1" name="Rectangle 2"/>
          <p:cNvSpPr>
            <a:spLocks noGrp="1"/>
          </p:cNvSpPr>
          <p:nvPr>
            <p:ph type="title"/>
          </p:nvPr>
        </p:nvSpPr>
        <p:spPr>
          <a:noFill/>
          <a:ln w="9525">
            <a:noFill/>
          </a:ln>
        </p:spPr>
        <p:txBody>
          <a:bodyPr vert="horz" wrap="square" lIns="91440" tIns="45720" rIns="91440" bIns="45720" rtlCol="0" anchor="ctr" anchorCtr="0">
            <a:normAutofit/>
          </a:bodyPr>
          <a:lstStyle/>
          <a:p>
            <a:pPr lvl="0" algn="l" eaLnBrk="1" hangingPunct="1">
              <a:buClrTx/>
              <a:buSzTx/>
              <a:buFontTx/>
            </a:pPr>
            <a:r>
              <a:rPr lang="zh-CN" altLang="en-US" dirty="0">
                <a:sym typeface="+mn-ea"/>
              </a:rPr>
              <a:t>1.1 数据管理的发展</a:t>
            </a:r>
          </a:p>
        </p:txBody>
      </p:sp>
      <p:sp>
        <p:nvSpPr>
          <p:cNvPr id="5122" name="Rectangle 3"/>
          <p:cNvSpPr>
            <a:spLocks noGrp="1"/>
          </p:cNvSpPr>
          <p:nvPr>
            <p:ph idx="1"/>
          </p:nvPr>
        </p:nvSpPr>
        <p:spPr>
          <a:xfrm>
            <a:off x="1835696" y="2204864"/>
            <a:ext cx="6063580" cy="2106860"/>
          </a:xfrm>
        </p:spPr>
        <p:txBody>
          <a:bodyPr vert="horz" wrap="square" lIns="91440" tIns="45720" rIns="91440" bIns="45720" anchor="t" anchorCtr="0"/>
          <a:lstStyle/>
          <a:p>
            <a:pPr indent="-57150" algn="just" eaLnBrk="1" hangingPunct="1">
              <a:spcBef>
                <a:spcPts val="1800"/>
              </a:spcBef>
            </a:pPr>
            <a:r>
              <a:rPr lang="zh-CN" altLang="en-US" sz="3600" b="0" dirty="0">
                <a:cs typeface="等线" panose="02010600030101010101" charset="-122"/>
              </a:rPr>
              <a:t> </a:t>
            </a:r>
            <a:r>
              <a:rPr lang="en-US" altLang="zh-CN" sz="3600" b="0" dirty="0">
                <a:cs typeface="等线" panose="02010600030101010101" charset="-122"/>
              </a:rPr>
              <a:t>1.1.1 </a:t>
            </a:r>
            <a:r>
              <a:rPr lang="zh-CN" altLang="en-US" sz="3600" b="0" dirty="0">
                <a:cs typeface="等线" panose="02010600030101010101" charset="-122"/>
              </a:rPr>
              <a:t>文件管理 </a:t>
            </a:r>
          </a:p>
          <a:p>
            <a:pPr indent="-57150" algn="just" eaLnBrk="1" hangingPunct="1">
              <a:spcBef>
                <a:spcPts val="1800"/>
              </a:spcBef>
            </a:pPr>
            <a:r>
              <a:rPr lang="en-US" altLang="zh-CN" sz="3600" b="0" dirty="0">
                <a:cs typeface="等线" panose="02010600030101010101" charset="-122"/>
              </a:rPr>
              <a:t> 1.1.2 </a:t>
            </a:r>
            <a:r>
              <a:rPr lang="zh-CN" altLang="en-US" sz="3600" b="0" dirty="0">
                <a:cs typeface="等线" panose="02010600030101010101" charset="-122"/>
              </a:rPr>
              <a:t>数据库管理</a:t>
            </a: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5" name="Rectangle 19"/>
          <p:cNvSpPr>
            <a:spLocks noGrp="1"/>
          </p:cNvSpPr>
          <p:nvPr>
            <p:ph type="title"/>
          </p:nvPr>
        </p:nvSpPr>
        <p:spPr>
          <a:noFill/>
          <a:ln w="9525">
            <a:noFill/>
          </a:ln>
        </p:spPr>
        <p:txBody>
          <a:bodyPr vert="horz" wrap="square" lIns="91440" tIns="45720" rIns="91440" bIns="45720" rtlCol="0" anchor="ctr" anchorCtr="0">
            <a:normAutofit/>
          </a:bodyPr>
          <a:lstStyle/>
          <a:p>
            <a:pPr lvl="0" algn="l" eaLnBrk="1" hangingPunct="1">
              <a:buClrTx/>
              <a:buSzTx/>
              <a:buFontTx/>
            </a:pPr>
            <a:r>
              <a:rPr lang="zh-CN" altLang="en-US" dirty="0">
                <a:sym typeface="+mn-ea"/>
              </a:rPr>
              <a:t>1.1.1 文件管理</a:t>
            </a:r>
          </a:p>
        </p:txBody>
      </p:sp>
      <p:grpSp>
        <p:nvGrpSpPr>
          <p:cNvPr id="2" name="Group 20"/>
          <p:cNvGrpSpPr/>
          <p:nvPr/>
        </p:nvGrpSpPr>
        <p:grpSpPr>
          <a:xfrm>
            <a:off x="914400" y="2060575"/>
            <a:ext cx="7543800" cy="3008313"/>
            <a:chOff x="576" y="1392"/>
            <a:chExt cx="4752" cy="1895"/>
          </a:xfrm>
        </p:grpSpPr>
        <p:sp>
          <p:nvSpPr>
            <p:cNvPr id="6147" name="Text Box 21"/>
            <p:cNvSpPr txBox="1"/>
            <p:nvPr/>
          </p:nvSpPr>
          <p:spPr>
            <a:xfrm>
              <a:off x="576" y="1392"/>
              <a:ext cx="1512" cy="297"/>
            </a:xfrm>
            <a:prstGeom prst="rect">
              <a:avLst/>
            </a:prstGeom>
            <a:solidFill>
              <a:srgbClr val="FFFFFF"/>
            </a:solidFill>
            <a:ln w="9525" cap="flat" cmpd="sng">
              <a:solidFill>
                <a:srgbClr val="000000"/>
              </a:solidFill>
              <a:prstDash val="solid"/>
              <a:miter/>
              <a:headEnd type="none" w="med" len="med"/>
              <a:tailEnd type="none" w="med" len="med"/>
            </a:ln>
          </p:spPr>
          <p:txBody>
            <a:bodyPr tIns="0" bIns="0" anchor="t" anchorCtr="0"/>
            <a:lstStyle/>
            <a:p>
              <a:pPr algn="ctr"/>
              <a:r>
                <a:rPr lang="zh-CN" altLang="en-US" sz="3200" dirty="0">
                  <a:latin typeface="Times New Roman" panose="02020603050405020304" pitchFamily="18" charset="0"/>
                  <a:ea typeface="宋体" panose="02010600030101010101" pitchFamily="2" charset="-122"/>
                </a:rPr>
                <a:t>应用程序</a:t>
              </a:r>
              <a:r>
                <a:rPr lang="en-US" altLang="zh-CN" sz="3200" dirty="0">
                  <a:latin typeface="Times New Roman" panose="02020603050405020304" pitchFamily="18" charset="0"/>
                  <a:ea typeface="宋体" panose="02010600030101010101" pitchFamily="2" charset="-122"/>
                </a:rPr>
                <a:t>1</a:t>
              </a:r>
            </a:p>
          </p:txBody>
        </p:sp>
        <p:sp>
          <p:nvSpPr>
            <p:cNvPr id="6148" name="Text Box 22"/>
            <p:cNvSpPr txBox="1"/>
            <p:nvPr/>
          </p:nvSpPr>
          <p:spPr>
            <a:xfrm>
              <a:off x="4032" y="1392"/>
              <a:ext cx="1296" cy="295"/>
            </a:xfrm>
            <a:prstGeom prst="rect">
              <a:avLst/>
            </a:prstGeom>
            <a:solidFill>
              <a:srgbClr val="FFFFFF"/>
            </a:solidFill>
            <a:ln w="9525" cap="flat" cmpd="sng">
              <a:solidFill>
                <a:srgbClr val="000000"/>
              </a:solidFill>
              <a:prstDash val="solid"/>
              <a:miter/>
              <a:headEnd type="none" w="med" len="med"/>
              <a:tailEnd type="none" w="med" len="med"/>
            </a:ln>
          </p:spPr>
          <p:txBody>
            <a:bodyPr tIns="0" bIns="0" anchor="t" anchorCtr="0"/>
            <a:lstStyle/>
            <a:p>
              <a:pPr algn="ctr"/>
              <a:r>
                <a:rPr lang="zh-CN" altLang="en-US" sz="3200" dirty="0">
                  <a:latin typeface="Times New Roman" panose="02020603050405020304" pitchFamily="18" charset="0"/>
                  <a:ea typeface="宋体" panose="02010600030101010101" pitchFamily="2" charset="-122"/>
                </a:rPr>
                <a:t>文件</a:t>
              </a:r>
              <a:r>
                <a:rPr lang="en-US" altLang="zh-CN" sz="3200" dirty="0">
                  <a:latin typeface="Times New Roman" panose="02020603050405020304" pitchFamily="18" charset="0"/>
                  <a:ea typeface="宋体" panose="02010600030101010101" pitchFamily="2" charset="-122"/>
                </a:rPr>
                <a:t>1</a:t>
              </a:r>
            </a:p>
          </p:txBody>
        </p:sp>
        <p:sp>
          <p:nvSpPr>
            <p:cNvPr id="6149" name="Text Box 23"/>
            <p:cNvSpPr txBox="1"/>
            <p:nvPr/>
          </p:nvSpPr>
          <p:spPr>
            <a:xfrm>
              <a:off x="576" y="1935"/>
              <a:ext cx="1512" cy="264"/>
            </a:xfrm>
            <a:prstGeom prst="rect">
              <a:avLst/>
            </a:prstGeom>
            <a:solidFill>
              <a:srgbClr val="FFFFFF"/>
            </a:solidFill>
            <a:ln w="9525" cap="flat" cmpd="sng">
              <a:solidFill>
                <a:srgbClr val="000000"/>
              </a:solidFill>
              <a:prstDash val="solid"/>
              <a:miter/>
              <a:headEnd type="none" w="med" len="med"/>
              <a:tailEnd type="none" w="med" len="med"/>
            </a:ln>
          </p:spPr>
          <p:txBody>
            <a:bodyPr tIns="0" bIns="0" anchor="t" anchorCtr="0"/>
            <a:lstStyle/>
            <a:p>
              <a:pPr algn="ctr"/>
              <a:r>
                <a:rPr lang="zh-CN" altLang="en-US" sz="3200" dirty="0">
                  <a:latin typeface="Times New Roman" panose="02020603050405020304" pitchFamily="18" charset="0"/>
                  <a:ea typeface="宋体" panose="02010600030101010101" pitchFamily="2" charset="-122"/>
                </a:rPr>
                <a:t>应用程序</a:t>
              </a:r>
              <a:r>
                <a:rPr lang="en-US" altLang="zh-CN" sz="3200" dirty="0">
                  <a:latin typeface="Times New Roman" panose="02020603050405020304" pitchFamily="18" charset="0"/>
                  <a:ea typeface="宋体" panose="02010600030101010101" pitchFamily="2" charset="-122"/>
                </a:rPr>
                <a:t>2</a:t>
              </a:r>
            </a:p>
          </p:txBody>
        </p:sp>
        <p:sp>
          <p:nvSpPr>
            <p:cNvPr id="6150" name="Text Box 24"/>
            <p:cNvSpPr txBox="1"/>
            <p:nvPr/>
          </p:nvSpPr>
          <p:spPr>
            <a:xfrm>
              <a:off x="4032" y="1935"/>
              <a:ext cx="1296" cy="248"/>
            </a:xfrm>
            <a:prstGeom prst="rect">
              <a:avLst/>
            </a:prstGeom>
            <a:solidFill>
              <a:srgbClr val="FFFFFF"/>
            </a:solidFill>
            <a:ln w="9525" cap="flat" cmpd="sng">
              <a:solidFill>
                <a:srgbClr val="000000"/>
              </a:solidFill>
              <a:prstDash val="solid"/>
              <a:miter/>
              <a:headEnd type="none" w="med" len="med"/>
              <a:tailEnd type="none" w="med" len="med"/>
            </a:ln>
          </p:spPr>
          <p:txBody>
            <a:bodyPr tIns="0" bIns="0" anchor="t" anchorCtr="0"/>
            <a:lstStyle/>
            <a:p>
              <a:pPr algn="ctr"/>
              <a:r>
                <a:rPr lang="zh-CN" altLang="en-US" sz="3200" dirty="0">
                  <a:latin typeface="Times New Roman" panose="02020603050405020304" pitchFamily="18" charset="0"/>
                  <a:ea typeface="宋体" panose="02010600030101010101" pitchFamily="2" charset="-122"/>
                </a:rPr>
                <a:t>文件</a:t>
              </a:r>
              <a:r>
                <a:rPr lang="en-US" altLang="zh-CN" sz="3200" dirty="0">
                  <a:latin typeface="Times New Roman" panose="02020603050405020304" pitchFamily="18" charset="0"/>
                  <a:ea typeface="宋体" panose="02010600030101010101" pitchFamily="2" charset="-122"/>
                </a:rPr>
                <a:t>2</a:t>
              </a:r>
            </a:p>
          </p:txBody>
        </p:sp>
        <p:sp>
          <p:nvSpPr>
            <p:cNvPr id="6151" name="Text Box 25"/>
            <p:cNvSpPr txBox="1"/>
            <p:nvPr/>
          </p:nvSpPr>
          <p:spPr>
            <a:xfrm>
              <a:off x="576" y="2449"/>
              <a:ext cx="1512" cy="264"/>
            </a:xfrm>
            <a:prstGeom prst="rect">
              <a:avLst/>
            </a:prstGeom>
            <a:solidFill>
              <a:srgbClr val="FFFFFF"/>
            </a:solidFill>
            <a:ln w="9525">
              <a:noFill/>
            </a:ln>
          </p:spPr>
          <p:txBody>
            <a:bodyPr anchor="t" anchorCtr="0"/>
            <a:lstStyle/>
            <a:p>
              <a:pPr algn="ctr"/>
              <a:r>
                <a:rPr lang="en-US" altLang="zh-CN" sz="3200" dirty="0">
                  <a:latin typeface="Times New Roman" panose="02020603050405020304" pitchFamily="18" charset="0"/>
                  <a:ea typeface="宋体" panose="02010600030101010101" pitchFamily="2" charset="-122"/>
                </a:rPr>
                <a:t>…</a:t>
              </a:r>
            </a:p>
          </p:txBody>
        </p:sp>
        <p:sp>
          <p:nvSpPr>
            <p:cNvPr id="6152" name="Text Box 26"/>
            <p:cNvSpPr txBox="1"/>
            <p:nvPr/>
          </p:nvSpPr>
          <p:spPr>
            <a:xfrm>
              <a:off x="4032" y="2434"/>
              <a:ext cx="1296" cy="310"/>
            </a:xfrm>
            <a:prstGeom prst="rect">
              <a:avLst/>
            </a:prstGeom>
            <a:solidFill>
              <a:srgbClr val="FFFFFF"/>
            </a:solidFill>
            <a:ln w="9525">
              <a:noFill/>
            </a:ln>
          </p:spPr>
          <p:txBody>
            <a:bodyPr anchor="t" anchorCtr="0"/>
            <a:lstStyle/>
            <a:p>
              <a:pPr algn="ctr"/>
              <a:r>
                <a:rPr lang="en-US" altLang="zh-CN" sz="3200" dirty="0">
                  <a:latin typeface="Times New Roman" panose="02020603050405020304" pitchFamily="18" charset="0"/>
                  <a:ea typeface="宋体" panose="02010600030101010101" pitchFamily="2" charset="-122"/>
                </a:rPr>
                <a:t>…</a:t>
              </a:r>
            </a:p>
          </p:txBody>
        </p:sp>
        <p:sp>
          <p:nvSpPr>
            <p:cNvPr id="6153" name="Text Box 27"/>
            <p:cNvSpPr txBox="1"/>
            <p:nvPr/>
          </p:nvSpPr>
          <p:spPr>
            <a:xfrm>
              <a:off x="576" y="2993"/>
              <a:ext cx="1512" cy="294"/>
            </a:xfrm>
            <a:prstGeom prst="rect">
              <a:avLst/>
            </a:prstGeom>
            <a:solidFill>
              <a:srgbClr val="FFFFFF"/>
            </a:solidFill>
            <a:ln w="9525" cap="flat" cmpd="sng">
              <a:solidFill>
                <a:srgbClr val="000000"/>
              </a:solidFill>
              <a:prstDash val="solid"/>
              <a:miter/>
              <a:headEnd type="none" w="med" len="med"/>
              <a:tailEnd type="none" w="med" len="med"/>
            </a:ln>
          </p:spPr>
          <p:txBody>
            <a:bodyPr tIns="0" bIns="0" anchor="t" anchorCtr="0"/>
            <a:lstStyle/>
            <a:p>
              <a:pPr algn="ctr"/>
              <a:r>
                <a:rPr lang="zh-CN" altLang="en-US" sz="3200" dirty="0">
                  <a:latin typeface="Times New Roman" panose="02020603050405020304" pitchFamily="18" charset="0"/>
                  <a:ea typeface="宋体" panose="02010600030101010101" pitchFamily="2" charset="-122"/>
                </a:rPr>
                <a:t>应用程序</a:t>
              </a:r>
              <a:r>
                <a:rPr lang="en-US" altLang="zh-CN" sz="3200" dirty="0">
                  <a:latin typeface="Times New Roman" panose="02020603050405020304" pitchFamily="18" charset="0"/>
                  <a:ea typeface="宋体" panose="02010600030101010101" pitchFamily="2" charset="-122"/>
                </a:rPr>
                <a:t>n</a:t>
              </a:r>
            </a:p>
          </p:txBody>
        </p:sp>
        <p:sp>
          <p:nvSpPr>
            <p:cNvPr id="6154" name="Text Box 28"/>
            <p:cNvSpPr txBox="1"/>
            <p:nvPr/>
          </p:nvSpPr>
          <p:spPr>
            <a:xfrm>
              <a:off x="4032" y="2975"/>
              <a:ext cx="1296" cy="310"/>
            </a:xfrm>
            <a:prstGeom prst="rect">
              <a:avLst/>
            </a:prstGeom>
            <a:solidFill>
              <a:srgbClr val="FFFFFF"/>
            </a:solidFill>
            <a:ln w="9525" cap="flat" cmpd="sng">
              <a:solidFill>
                <a:srgbClr val="000000"/>
              </a:solidFill>
              <a:prstDash val="solid"/>
              <a:miter/>
              <a:headEnd type="none" w="med" len="med"/>
              <a:tailEnd type="none" w="med" len="med"/>
            </a:ln>
          </p:spPr>
          <p:txBody>
            <a:bodyPr tIns="0" bIns="0" anchor="t" anchorCtr="0"/>
            <a:lstStyle/>
            <a:p>
              <a:pPr algn="ctr"/>
              <a:r>
                <a:rPr lang="zh-CN" altLang="en-US" sz="3200" dirty="0">
                  <a:latin typeface="Times New Roman" panose="02020603050405020304" pitchFamily="18" charset="0"/>
                  <a:ea typeface="宋体" panose="02010600030101010101" pitchFamily="2" charset="-122"/>
                </a:rPr>
                <a:t>文件</a:t>
              </a:r>
              <a:r>
                <a:rPr lang="en-US" altLang="zh-CN" sz="3200" dirty="0">
                  <a:latin typeface="Times New Roman" panose="02020603050405020304" pitchFamily="18" charset="0"/>
                  <a:ea typeface="宋体" panose="02010600030101010101" pitchFamily="2" charset="-122"/>
                </a:rPr>
                <a:t>n</a:t>
              </a:r>
            </a:p>
          </p:txBody>
        </p:sp>
        <p:sp>
          <p:nvSpPr>
            <p:cNvPr id="6155" name="Oval 29"/>
            <p:cNvSpPr/>
            <p:nvPr/>
          </p:nvSpPr>
          <p:spPr>
            <a:xfrm>
              <a:off x="2520" y="2152"/>
              <a:ext cx="1024" cy="761"/>
            </a:xfrm>
            <a:prstGeom prst="ellipse">
              <a:avLst/>
            </a:prstGeom>
            <a:solidFill>
              <a:srgbClr val="FFFFFF"/>
            </a:solidFill>
            <a:ln w="9525" cap="flat" cmpd="sng">
              <a:solidFill>
                <a:srgbClr val="000000"/>
              </a:solidFill>
              <a:prstDash val="solid"/>
              <a:round/>
              <a:headEnd type="none" w="med" len="med"/>
              <a:tailEnd type="none" w="med" len="med"/>
            </a:ln>
          </p:spPr>
          <p:txBody>
            <a:bodyPr lIns="0" tIns="0" rIns="0" bIns="0" anchor="t" anchorCtr="0"/>
            <a:lstStyle/>
            <a:p>
              <a:pPr algn="ctr"/>
              <a:r>
                <a:rPr lang="zh-CN" altLang="en-US" sz="3200" dirty="0">
                  <a:latin typeface="Times New Roman" panose="02020603050405020304" pitchFamily="18" charset="0"/>
                  <a:ea typeface="宋体" panose="02010600030101010101" pitchFamily="2" charset="-122"/>
                </a:rPr>
                <a:t>文件</a:t>
              </a:r>
            </a:p>
            <a:p>
              <a:pPr algn="ctr"/>
              <a:r>
                <a:rPr lang="zh-CN" altLang="en-US" sz="3200" dirty="0">
                  <a:latin typeface="Times New Roman" panose="02020603050405020304" pitchFamily="18" charset="0"/>
                  <a:ea typeface="宋体" panose="02010600030101010101" pitchFamily="2" charset="-122"/>
                </a:rPr>
                <a:t>系统</a:t>
              </a:r>
            </a:p>
          </p:txBody>
        </p:sp>
        <p:sp>
          <p:nvSpPr>
            <p:cNvPr id="6156" name="Line 30"/>
            <p:cNvSpPr/>
            <p:nvPr/>
          </p:nvSpPr>
          <p:spPr>
            <a:xfrm>
              <a:off x="2088" y="3145"/>
              <a:ext cx="1944" cy="0"/>
            </a:xfrm>
            <a:prstGeom prst="line">
              <a:avLst/>
            </a:prstGeom>
            <a:ln w="9525" cap="flat" cmpd="sng">
              <a:solidFill>
                <a:srgbClr val="000000"/>
              </a:solidFill>
              <a:prstDash val="dashDot"/>
              <a:round/>
              <a:headEnd type="none" w="med" len="med"/>
              <a:tailEnd type="none" w="med" len="med"/>
            </a:ln>
          </p:spPr>
          <p:txBody>
            <a:bodyPr/>
            <a:lstStyle/>
            <a:p>
              <a:endParaRPr lang="zh-CN" altLang="en-US"/>
            </a:p>
          </p:txBody>
        </p:sp>
        <p:sp>
          <p:nvSpPr>
            <p:cNvPr id="6157" name="Line 31"/>
            <p:cNvSpPr/>
            <p:nvPr/>
          </p:nvSpPr>
          <p:spPr>
            <a:xfrm>
              <a:off x="2088" y="1547"/>
              <a:ext cx="1944" cy="0"/>
            </a:xfrm>
            <a:prstGeom prst="line">
              <a:avLst/>
            </a:prstGeom>
            <a:ln w="9525" cap="flat" cmpd="sng">
              <a:solidFill>
                <a:srgbClr val="000000"/>
              </a:solidFill>
              <a:prstDash val="dashDot"/>
              <a:round/>
              <a:headEnd type="none" w="med" len="med"/>
              <a:tailEnd type="none" w="med" len="med"/>
            </a:ln>
          </p:spPr>
          <p:txBody>
            <a:bodyPr/>
            <a:lstStyle/>
            <a:p>
              <a:endParaRPr lang="zh-CN" altLang="en-US"/>
            </a:p>
          </p:txBody>
        </p:sp>
        <p:sp>
          <p:nvSpPr>
            <p:cNvPr id="6158" name="Line 32"/>
            <p:cNvSpPr/>
            <p:nvPr/>
          </p:nvSpPr>
          <p:spPr>
            <a:xfrm>
              <a:off x="2088" y="2075"/>
              <a:ext cx="1944" cy="0"/>
            </a:xfrm>
            <a:prstGeom prst="line">
              <a:avLst/>
            </a:prstGeom>
            <a:ln w="9525" cap="flat" cmpd="sng">
              <a:solidFill>
                <a:srgbClr val="000000"/>
              </a:solidFill>
              <a:prstDash val="dashDot"/>
              <a:round/>
              <a:headEnd type="none" w="med" len="med"/>
              <a:tailEnd type="none" w="med" len="med"/>
            </a:ln>
          </p:spPr>
          <p:txBody>
            <a:bodyPr/>
            <a:lstStyle/>
            <a:p>
              <a:endParaRPr lang="zh-CN" altLang="en-US"/>
            </a:p>
          </p:txBody>
        </p:sp>
        <p:sp>
          <p:nvSpPr>
            <p:cNvPr id="6159" name="Line 33"/>
            <p:cNvSpPr/>
            <p:nvPr/>
          </p:nvSpPr>
          <p:spPr>
            <a:xfrm flipH="1">
              <a:off x="3384" y="1547"/>
              <a:ext cx="648" cy="698"/>
            </a:xfrm>
            <a:prstGeom prst="line">
              <a:avLst/>
            </a:prstGeom>
            <a:ln w="9525" cap="flat" cmpd="sng">
              <a:solidFill>
                <a:srgbClr val="000000"/>
              </a:solidFill>
              <a:prstDash val="solid"/>
              <a:round/>
              <a:headEnd type="none" w="med" len="med"/>
              <a:tailEnd type="none" w="med" len="med"/>
            </a:ln>
          </p:spPr>
          <p:txBody>
            <a:bodyPr/>
            <a:lstStyle/>
            <a:p>
              <a:endParaRPr lang="zh-CN" altLang="en-US"/>
            </a:p>
          </p:txBody>
        </p:sp>
        <p:sp>
          <p:nvSpPr>
            <p:cNvPr id="6160" name="Line 34"/>
            <p:cNvSpPr/>
            <p:nvPr/>
          </p:nvSpPr>
          <p:spPr>
            <a:xfrm>
              <a:off x="2088" y="1547"/>
              <a:ext cx="648" cy="698"/>
            </a:xfrm>
            <a:prstGeom prst="line">
              <a:avLst/>
            </a:prstGeom>
            <a:ln w="9525" cap="flat" cmpd="sng">
              <a:solidFill>
                <a:srgbClr val="000000"/>
              </a:solidFill>
              <a:prstDash val="solid"/>
              <a:round/>
              <a:headEnd type="none" w="med" len="med"/>
              <a:tailEnd type="none" w="med" len="med"/>
            </a:ln>
          </p:spPr>
          <p:txBody>
            <a:bodyPr/>
            <a:lstStyle/>
            <a:p>
              <a:endParaRPr lang="zh-CN" altLang="en-US"/>
            </a:p>
          </p:txBody>
        </p:sp>
        <p:sp>
          <p:nvSpPr>
            <p:cNvPr id="6161" name="Line 35"/>
            <p:cNvSpPr/>
            <p:nvPr/>
          </p:nvSpPr>
          <p:spPr>
            <a:xfrm flipV="1">
              <a:off x="2088" y="2820"/>
              <a:ext cx="648" cy="325"/>
            </a:xfrm>
            <a:prstGeom prst="line">
              <a:avLst/>
            </a:prstGeom>
            <a:ln w="9525" cap="flat" cmpd="sng">
              <a:solidFill>
                <a:srgbClr val="000000"/>
              </a:solidFill>
              <a:prstDash val="solid"/>
              <a:round/>
              <a:headEnd type="none" w="med" len="med"/>
              <a:tailEnd type="none" w="med" len="med"/>
            </a:ln>
          </p:spPr>
          <p:txBody>
            <a:bodyPr/>
            <a:lstStyle/>
            <a:p>
              <a:endParaRPr lang="zh-CN" altLang="en-US"/>
            </a:p>
          </p:txBody>
        </p:sp>
        <p:sp>
          <p:nvSpPr>
            <p:cNvPr id="6162" name="Line 36"/>
            <p:cNvSpPr/>
            <p:nvPr/>
          </p:nvSpPr>
          <p:spPr>
            <a:xfrm flipH="1" flipV="1">
              <a:off x="3384" y="2820"/>
              <a:ext cx="648" cy="325"/>
            </a:xfrm>
            <a:prstGeom prst="line">
              <a:avLst/>
            </a:prstGeom>
            <a:ln w="9525" cap="flat" cmpd="sng">
              <a:solidFill>
                <a:srgbClr val="000000"/>
              </a:solidFill>
              <a:prstDash val="solid"/>
              <a:round/>
              <a:headEnd type="none" w="med" len="med"/>
              <a:tailEnd type="none" w="med" len="med"/>
            </a:ln>
          </p:spPr>
          <p:txBody>
            <a:bodyPr/>
            <a:lstStyle/>
            <a:p>
              <a:endParaRPr lang="zh-CN" altLang="en-US"/>
            </a:p>
          </p:txBody>
        </p:sp>
        <p:sp>
          <p:nvSpPr>
            <p:cNvPr id="6163" name="Line 37"/>
            <p:cNvSpPr/>
            <p:nvPr/>
          </p:nvSpPr>
          <p:spPr>
            <a:xfrm flipH="1">
              <a:off x="3487" y="2075"/>
              <a:ext cx="543" cy="279"/>
            </a:xfrm>
            <a:prstGeom prst="line">
              <a:avLst/>
            </a:prstGeom>
            <a:ln w="9525" cap="flat" cmpd="sng">
              <a:solidFill>
                <a:srgbClr val="000000"/>
              </a:solidFill>
              <a:prstDash val="solid"/>
              <a:round/>
              <a:headEnd type="none" w="med" len="med"/>
              <a:tailEnd type="none" w="med" len="med"/>
            </a:ln>
          </p:spPr>
          <p:txBody>
            <a:bodyPr/>
            <a:lstStyle/>
            <a:p>
              <a:endParaRPr lang="zh-CN" altLang="en-US"/>
            </a:p>
          </p:txBody>
        </p:sp>
        <p:sp>
          <p:nvSpPr>
            <p:cNvPr id="6164" name="Line 38"/>
            <p:cNvSpPr/>
            <p:nvPr/>
          </p:nvSpPr>
          <p:spPr>
            <a:xfrm>
              <a:off x="2089" y="2075"/>
              <a:ext cx="501" cy="295"/>
            </a:xfrm>
            <a:prstGeom prst="line">
              <a:avLst/>
            </a:prstGeom>
            <a:ln w="9525" cap="flat" cmpd="sng">
              <a:solidFill>
                <a:srgbClr val="000000"/>
              </a:solidFill>
              <a:prstDash val="solid"/>
              <a:round/>
              <a:headEnd type="none" w="med" len="med"/>
              <a:tailEnd type="none" w="med" len="med"/>
            </a:ln>
          </p:spPr>
          <p:txBody>
            <a:bodyPr/>
            <a:lstStyle/>
            <a:p>
              <a:endParaRPr lang="zh-CN" altLang="en-US"/>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dissolve">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5698" name="Rectangle 2"/>
          <p:cNvSpPr>
            <a:spLocks noGrp="1"/>
          </p:cNvSpPr>
          <p:nvPr>
            <p:ph type="title"/>
          </p:nvPr>
        </p:nvSpPr>
        <p:spPr>
          <a:noFill/>
          <a:ln w="9525">
            <a:noFill/>
          </a:ln>
        </p:spPr>
        <p:txBody>
          <a:bodyPr vert="horz" wrap="square" lIns="91440" tIns="45720" rIns="91440" bIns="45720" rtlCol="0" anchor="ctr" anchorCtr="0">
            <a:normAutofit/>
          </a:bodyPr>
          <a:lstStyle/>
          <a:p>
            <a:pPr lvl="0" algn="l" eaLnBrk="1" hangingPunct="1">
              <a:buClrTx/>
              <a:buSzTx/>
              <a:buFontTx/>
            </a:pPr>
            <a:r>
              <a:rPr lang="zh-CN" altLang="en-US" dirty="0">
                <a:sym typeface="+mn-ea"/>
              </a:rPr>
              <a:t>文件管理系统的缺点 </a:t>
            </a:r>
          </a:p>
        </p:txBody>
      </p:sp>
      <p:sp>
        <p:nvSpPr>
          <p:cNvPr id="285699" name="Rectangle 3"/>
          <p:cNvSpPr>
            <a:spLocks noGrp="1"/>
          </p:cNvSpPr>
          <p:nvPr>
            <p:ph idx="1"/>
          </p:nvPr>
        </p:nvSpPr>
        <p:spPr>
          <a:xfrm>
            <a:off x="966788" y="1368425"/>
            <a:ext cx="7720012" cy="4803775"/>
          </a:xfrm>
        </p:spPr>
        <p:txBody>
          <a:bodyPr vert="horz" wrap="square" lIns="91440" tIns="45720" rIns="91440" bIns="45720" anchor="t" anchorCtr="0"/>
          <a:lstStyle/>
          <a:p>
            <a:pPr eaLnBrk="1" hangingPunct="1"/>
            <a:r>
              <a:rPr lang="zh-CN" altLang="en-US" sz="3600" b="0" dirty="0">
                <a:solidFill>
                  <a:srgbClr val="000000"/>
                </a:solidFill>
                <a:cs typeface="等线" panose="02010600030101010101" charset="-122"/>
              </a:rPr>
              <a:t>编写应用程序不方便 </a:t>
            </a:r>
          </a:p>
          <a:p>
            <a:pPr eaLnBrk="1" hangingPunct="1"/>
            <a:r>
              <a:rPr lang="zh-CN" altLang="en-US" sz="3600" b="0" dirty="0">
                <a:solidFill>
                  <a:srgbClr val="000000"/>
                </a:solidFill>
                <a:cs typeface="等线" panose="02010600030101010101" charset="-122"/>
              </a:rPr>
              <a:t>数据冗余不可避免</a:t>
            </a:r>
          </a:p>
          <a:p>
            <a:pPr eaLnBrk="1" hangingPunct="1"/>
            <a:r>
              <a:rPr lang="zh-CN" altLang="en-US" sz="3600" b="0" dirty="0">
                <a:solidFill>
                  <a:srgbClr val="000000"/>
                </a:solidFill>
                <a:cs typeface="等线" panose="02010600030101010101" charset="-122"/>
              </a:rPr>
              <a:t>应用程序依赖性 </a:t>
            </a:r>
          </a:p>
          <a:p>
            <a:pPr eaLnBrk="1" hangingPunct="1"/>
            <a:r>
              <a:rPr lang="zh-CN" altLang="en-US" sz="3600" b="0" dirty="0">
                <a:solidFill>
                  <a:srgbClr val="000000"/>
                </a:solidFill>
                <a:cs typeface="等线" panose="02010600030101010101" charset="-122"/>
              </a:rPr>
              <a:t>不支持对文件的并发访问 </a:t>
            </a:r>
          </a:p>
          <a:p>
            <a:pPr eaLnBrk="1" hangingPunct="1"/>
            <a:r>
              <a:rPr lang="zh-CN" altLang="en-US" sz="3600" b="0" dirty="0">
                <a:solidFill>
                  <a:srgbClr val="000000"/>
                </a:solidFill>
                <a:cs typeface="等线" panose="02010600030101010101" charset="-122"/>
              </a:rPr>
              <a:t>数据间联系弱 </a:t>
            </a:r>
          </a:p>
          <a:p>
            <a:pPr eaLnBrk="1" hangingPunct="1"/>
            <a:r>
              <a:rPr lang="zh-CN" altLang="en-US" sz="3600" b="0" dirty="0">
                <a:solidFill>
                  <a:srgbClr val="000000"/>
                </a:solidFill>
                <a:cs typeface="等线" panose="02010600030101010101" charset="-122"/>
              </a:rPr>
              <a:t>难以按用户视图表示数据  </a:t>
            </a:r>
          </a:p>
          <a:p>
            <a:pPr eaLnBrk="1" hangingPunct="1"/>
            <a:r>
              <a:rPr lang="zh-CN" altLang="en-US" sz="3600" b="0" dirty="0">
                <a:solidFill>
                  <a:srgbClr val="000000"/>
                </a:solidFill>
                <a:cs typeface="等线" panose="02010600030101010101" charset="-122"/>
              </a:rPr>
              <a:t>无安全控制功能</a:t>
            </a: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9" presetClass="entr" presetSubtype="0" fill="hold" grpId="0" nodeType="withEffect">
                                  <p:stCondLst>
                                    <p:cond delay="0"/>
                                  </p:stCondLst>
                                  <p:childTnLst>
                                    <p:set>
                                      <p:cBhvr>
                                        <p:cTn id="6" dur="indefinite" fill="hold">
                                          <p:stCondLst>
                                            <p:cond delay="0"/>
                                          </p:stCondLst>
                                        </p:cTn>
                                        <p:tgtEl>
                                          <p:spTgt spid="285698"/>
                                        </p:tgtEl>
                                        <p:attrNameLst>
                                          <p:attrName>style.visibility</p:attrName>
                                        </p:attrNameLst>
                                      </p:cBhvr>
                                      <p:to>
                                        <p:strVal val="visible"/>
                                      </p:to>
                                    </p:set>
                                    <p:anim calcmode="lin" valueType="num">
                                      <p:cBhvr>
                                        <p:cTn id="7" dur="1000" fill="hold"/>
                                        <p:tgtEl>
                                          <p:spTgt spid="285698"/>
                                        </p:tgtEl>
                                        <p:attrNameLst>
                                          <p:attrName>ppt_x</p:attrName>
                                        </p:attrNameLst>
                                      </p:cBhvr>
                                      <p:tavLst>
                                        <p:tav tm="0">
                                          <p:val>
                                            <p:strVal val="#ppt_x-.2"/>
                                          </p:val>
                                        </p:tav>
                                        <p:tav tm="100000">
                                          <p:val>
                                            <p:strVal val="#ppt_x"/>
                                          </p:val>
                                        </p:tav>
                                      </p:tavLst>
                                    </p:anim>
                                    <p:anim calcmode="lin" valueType="num">
                                      <p:cBhvr>
                                        <p:cTn id="8" dur="1000" fill="hold"/>
                                        <p:tgtEl>
                                          <p:spTgt spid="285698"/>
                                        </p:tgtEl>
                                        <p:attrNameLst>
                                          <p:attrName>ppt_y</p:attrName>
                                        </p:attrNameLst>
                                      </p:cBhvr>
                                      <p:tavLst>
                                        <p:tav tm="0">
                                          <p:val>
                                            <p:strVal val="#ppt_y"/>
                                          </p:val>
                                        </p:tav>
                                        <p:tav tm="100000">
                                          <p:val>
                                            <p:strVal val="#ppt_y"/>
                                          </p:val>
                                        </p:tav>
                                      </p:tavLst>
                                    </p:anim>
                                    <p:animEffect transition="in" filter="wipe(right)" prLst="gradientSize: 0.1">
                                      <p:cBhvr>
                                        <p:cTn id="9" dur="1000"/>
                                        <p:tgtEl>
                                          <p:spTgt spid="285698"/>
                                        </p:tgtEl>
                                      </p:cBhvr>
                                    </p:animEffect>
                                  </p:childTnLst>
                                </p:cTn>
                              </p:par>
                            </p:childTnLst>
                          </p:cTn>
                        </p:par>
                      </p:childTnLst>
                    </p:cTn>
                  </p:par>
                  <p:par>
                    <p:cTn id="10" fill="hold">
                      <p:stCondLst>
                        <p:cond delay="indefinite"/>
                      </p:stCondLst>
                      <p:childTnLst>
                        <p:par>
                          <p:cTn id="11" fill="hold">
                            <p:stCondLst>
                              <p:cond delay="0"/>
                            </p:stCondLst>
                            <p:childTnLst>
                              <p:par>
                                <p:cTn id="12" presetID="44" presetClass="entr" presetSubtype="0" fill="hold" grpId="0" nodeType="clickEffect">
                                  <p:stCondLst>
                                    <p:cond delay="0"/>
                                  </p:stCondLst>
                                  <p:childTnLst>
                                    <p:set>
                                      <p:cBhvr>
                                        <p:cTn id="13" dur="indefinite" fill="hold">
                                          <p:stCondLst>
                                            <p:cond delay="0"/>
                                          </p:stCondLst>
                                        </p:cTn>
                                        <p:tgtEl>
                                          <p:spTgt spid="285699">
                                            <p:txEl>
                                              <p:pRg st="0" end="0"/>
                                            </p:txEl>
                                          </p:spTgt>
                                        </p:tgtEl>
                                        <p:attrNameLst>
                                          <p:attrName>style.visibility</p:attrName>
                                        </p:attrNameLst>
                                      </p:cBhvr>
                                      <p:to>
                                        <p:strVal val="visible"/>
                                      </p:to>
                                    </p:set>
                                    <p:animEffect transition="in" filter="fade">
                                      <p:cBhvr>
                                        <p:cTn id="14" dur="500"/>
                                        <p:tgtEl>
                                          <p:spTgt spid="285699">
                                            <p:txEl>
                                              <p:pRg st="0" end="0"/>
                                            </p:txEl>
                                          </p:spTgt>
                                        </p:tgtEl>
                                      </p:cBhvr>
                                    </p:animEffect>
                                    <p:anim calcmode="lin" valueType="num">
                                      <p:cBhvr>
                                        <p:cTn id="15" dur="500" fill="hold"/>
                                        <p:tgtEl>
                                          <p:spTgt spid="285699">
                                            <p:txEl>
                                              <p:pRg st="0" end="0"/>
                                            </p:txEl>
                                          </p:spTgt>
                                        </p:tgtEl>
                                        <p:attrNameLst>
                                          <p:attrName>ppt_x</p:attrName>
                                        </p:attrNameLst>
                                      </p:cBhvr>
                                      <p:tavLst>
                                        <p:tav tm="0">
                                          <p:val>
                                            <p:strVal val="#ppt_x"/>
                                          </p:val>
                                        </p:tav>
                                        <p:tav tm="100000">
                                          <p:val>
                                            <p:strVal val="#ppt_x"/>
                                          </p:val>
                                        </p:tav>
                                      </p:tavLst>
                                    </p:anim>
                                    <p:anim calcmode="lin" valueType="num">
                                      <p:cBhvr>
                                        <p:cTn id="16" dur="500" fill="hold"/>
                                        <p:tgtEl>
                                          <p:spTgt spid="285699">
                                            <p:txEl>
                                              <p:pRg st="0" end="0"/>
                                            </p:txEl>
                                          </p:spTgt>
                                        </p:tgtEl>
                                        <p:attrNameLst>
                                          <p:attrName>ppt_y</p:attrName>
                                        </p:attrNameLst>
                                      </p:cBhvr>
                                      <p:tavLst>
                                        <p:tav tm="0">
                                          <p:val>
                                            <p:strVal val="#ppt_y+.05"/>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4" presetClass="entr" presetSubtype="0" fill="hold" grpId="0" nodeType="clickEffect">
                                  <p:stCondLst>
                                    <p:cond delay="0"/>
                                  </p:stCondLst>
                                  <p:childTnLst>
                                    <p:set>
                                      <p:cBhvr>
                                        <p:cTn id="20" dur="indefinite" fill="hold">
                                          <p:stCondLst>
                                            <p:cond delay="0"/>
                                          </p:stCondLst>
                                        </p:cTn>
                                        <p:tgtEl>
                                          <p:spTgt spid="285699">
                                            <p:txEl>
                                              <p:pRg st="1" end="1"/>
                                            </p:txEl>
                                          </p:spTgt>
                                        </p:tgtEl>
                                        <p:attrNameLst>
                                          <p:attrName>style.visibility</p:attrName>
                                        </p:attrNameLst>
                                      </p:cBhvr>
                                      <p:to>
                                        <p:strVal val="visible"/>
                                      </p:to>
                                    </p:set>
                                    <p:animEffect transition="in" filter="fade">
                                      <p:cBhvr>
                                        <p:cTn id="21" dur="500"/>
                                        <p:tgtEl>
                                          <p:spTgt spid="285699">
                                            <p:txEl>
                                              <p:pRg st="1" end="1"/>
                                            </p:txEl>
                                          </p:spTgt>
                                        </p:tgtEl>
                                      </p:cBhvr>
                                    </p:animEffect>
                                    <p:anim calcmode="lin" valueType="num">
                                      <p:cBhvr>
                                        <p:cTn id="22" dur="500" fill="hold"/>
                                        <p:tgtEl>
                                          <p:spTgt spid="285699">
                                            <p:txEl>
                                              <p:pRg st="1" end="1"/>
                                            </p:txEl>
                                          </p:spTgt>
                                        </p:tgtEl>
                                        <p:attrNameLst>
                                          <p:attrName>ppt_x</p:attrName>
                                        </p:attrNameLst>
                                      </p:cBhvr>
                                      <p:tavLst>
                                        <p:tav tm="0">
                                          <p:val>
                                            <p:strVal val="#ppt_x"/>
                                          </p:val>
                                        </p:tav>
                                        <p:tav tm="100000">
                                          <p:val>
                                            <p:strVal val="#ppt_x"/>
                                          </p:val>
                                        </p:tav>
                                      </p:tavLst>
                                    </p:anim>
                                    <p:anim calcmode="lin" valueType="num">
                                      <p:cBhvr>
                                        <p:cTn id="23" dur="500" fill="hold"/>
                                        <p:tgtEl>
                                          <p:spTgt spid="285699">
                                            <p:txEl>
                                              <p:pRg st="1" end="1"/>
                                            </p:txEl>
                                          </p:spTgt>
                                        </p:tgtEl>
                                        <p:attrNameLst>
                                          <p:attrName>ppt_y</p:attrName>
                                        </p:attrNameLst>
                                      </p:cBhvr>
                                      <p:tavLst>
                                        <p:tav tm="0">
                                          <p:val>
                                            <p:strVal val="#ppt_y+.05"/>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4" presetClass="entr" presetSubtype="0" fill="hold" grpId="0" nodeType="clickEffect">
                                  <p:stCondLst>
                                    <p:cond delay="0"/>
                                  </p:stCondLst>
                                  <p:childTnLst>
                                    <p:set>
                                      <p:cBhvr>
                                        <p:cTn id="27" dur="indefinite" fill="hold">
                                          <p:stCondLst>
                                            <p:cond delay="0"/>
                                          </p:stCondLst>
                                        </p:cTn>
                                        <p:tgtEl>
                                          <p:spTgt spid="285699">
                                            <p:txEl>
                                              <p:pRg st="2" end="2"/>
                                            </p:txEl>
                                          </p:spTgt>
                                        </p:tgtEl>
                                        <p:attrNameLst>
                                          <p:attrName>style.visibility</p:attrName>
                                        </p:attrNameLst>
                                      </p:cBhvr>
                                      <p:to>
                                        <p:strVal val="visible"/>
                                      </p:to>
                                    </p:set>
                                    <p:animEffect transition="in" filter="fade">
                                      <p:cBhvr>
                                        <p:cTn id="28" dur="500"/>
                                        <p:tgtEl>
                                          <p:spTgt spid="285699">
                                            <p:txEl>
                                              <p:pRg st="2" end="2"/>
                                            </p:txEl>
                                          </p:spTgt>
                                        </p:tgtEl>
                                      </p:cBhvr>
                                    </p:animEffect>
                                    <p:anim calcmode="lin" valueType="num">
                                      <p:cBhvr>
                                        <p:cTn id="29" dur="500" fill="hold"/>
                                        <p:tgtEl>
                                          <p:spTgt spid="285699">
                                            <p:txEl>
                                              <p:pRg st="2" end="2"/>
                                            </p:txEl>
                                          </p:spTgt>
                                        </p:tgtEl>
                                        <p:attrNameLst>
                                          <p:attrName>ppt_x</p:attrName>
                                        </p:attrNameLst>
                                      </p:cBhvr>
                                      <p:tavLst>
                                        <p:tav tm="0">
                                          <p:val>
                                            <p:strVal val="#ppt_x"/>
                                          </p:val>
                                        </p:tav>
                                        <p:tav tm="100000">
                                          <p:val>
                                            <p:strVal val="#ppt_x"/>
                                          </p:val>
                                        </p:tav>
                                      </p:tavLst>
                                    </p:anim>
                                    <p:anim calcmode="lin" valueType="num">
                                      <p:cBhvr>
                                        <p:cTn id="30" dur="500" fill="hold"/>
                                        <p:tgtEl>
                                          <p:spTgt spid="285699">
                                            <p:txEl>
                                              <p:pRg st="2" end="2"/>
                                            </p:txEl>
                                          </p:spTgt>
                                        </p:tgtEl>
                                        <p:attrNameLst>
                                          <p:attrName>ppt_y</p:attrName>
                                        </p:attrNameLst>
                                      </p:cBhvr>
                                      <p:tavLst>
                                        <p:tav tm="0">
                                          <p:val>
                                            <p:strVal val="#ppt_y+.05"/>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4" presetClass="entr" presetSubtype="0" fill="hold" grpId="0" nodeType="clickEffect">
                                  <p:stCondLst>
                                    <p:cond delay="0"/>
                                  </p:stCondLst>
                                  <p:childTnLst>
                                    <p:set>
                                      <p:cBhvr>
                                        <p:cTn id="34" dur="indefinite" fill="hold">
                                          <p:stCondLst>
                                            <p:cond delay="0"/>
                                          </p:stCondLst>
                                        </p:cTn>
                                        <p:tgtEl>
                                          <p:spTgt spid="285699">
                                            <p:txEl>
                                              <p:pRg st="3" end="3"/>
                                            </p:txEl>
                                          </p:spTgt>
                                        </p:tgtEl>
                                        <p:attrNameLst>
                                          <p:attrName>style.visibility</p:attrName>
                                        </p:attrNameLst>
                                      </p:cBhvr>
                                      <p:to>
                                        <p:strVal val="visible"/>
                                      </p:to>
                                    </p:set>
                                    <p:animEffect transition="in" filter="fade">
                                      <p:cBhvr>
                                        <p:cTn id="35" dur="500"/>
                                        <p:tgtEl>
                                          <p:spTgt spid="285699">
                                            <p:txEl>
                                              <p:pRg st="3" end="3"/>
                                            </p:txEl>
                                          </p:spTgt>
                                        </p:tgtEl>
                                      </p:cBhvr>
                                    </p:animEffect>
                                    <p:anim calcmode="lin" valueType="num">
                                      <p:cBhvr>
                                        <p:cTn id="36" dur="500" fill="hold"/>
                                        <p:tgtEl>
                                          <p:spTgt spid="285699">
                                            <p:txEl>
                                              <p:pRg st="3" end="3"/>
                                            </p:txEl>
                                          </p:spTgt>
                                        </p:tgtEl>
                                        <p:attrNameLst>
                                          <p:attrName>ppt_x</p:attrName>
                                        </p:attrNameLst>
                                      </p:cBhvr>
                                      <p:tavLst>
                                        <p:tav tm="0">
                                          <p:val>
                                            <p:strVal val="#ppt_x"/>
                                          </p:val>
                                        </p:tav>
                                        <p:tav tm="100000">
                                          <p:val>
                                            <p:strVal val="#ppt_x"/>
                                          </p:val>
                                        </p:tav>
                                      </p:tavLst>
                                    </p:anim>
                                    <p:anim calcmode="lin" valueType="num">
                                      <p:cBhvr>
                                        <p:cTn id="37" dur="500" fill="hold"/>
                                        <p:tgtEl>
                                          <p:spTgt spid="285699">
                                            <p:txEl>
                                              <p:pRg st="3" end="3"/>
                                            </p:txEl>
                                          </p:spTgt>
                                        </p:tgtEl>
                                        <p:attrNameLst>
                                          <p:attrName>ppt_y</p:attrName>
                                        </p:attrNameLst>
                                      </p:cBhvr>
                                      <p:tavLst>
                                        <p:tav tm="0">
                                          <p:val>
                                            <p:strVal val="#ppt_y+.05"/>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4" presetClass="entr" presetSubtype="0" fill="hold" grpId="0" nodeType="clickEffect">
                                  <p:stCondLst>
                                    <p:cond delay="0"/>
                                  </p:stCondLst>
                                  <p:childTnLst>
                                    <p:set>
                                      <p:cBhvr>
                                        <p:cTn id="41" dur="indefinite" fill="hold">
                                          <p:stCondLst>
                                            <p:cond delay="0"/>
                                          </p:stCondLst>
                                        </p:cTn>
                                        <p:tgtEl>
                                          <p:spTgt spid="285699">
                                            <p:txEl>
                                              <p:pRg st="4" end="4"/>
                                            </p:txEl>
                                          </p:spTgt>
                                        </p:tgtEl>
                                        <p:attrNameLst>
                                          <p:attrName>style.visibility</p:attrName>
                                        </p:attrNameLst>
                                      </p:cBhvr>
                                      <p:to>
                                        <p:strVal val="visible"/>
                                      </p:to>
                                    </p:set>
                                    <p:animEffect transition="in" filter="fade">
                                      <p:cBhvr>
                                        <p:cTn id="42" dur="500"/>
                                        <p:tgtEl>
                                          <p:spTgt spid="285699">
                                            <p:txEl>
                                              <p:pRg st="4" end="4"/>
                                            </p:txEl>
                                          </p:spTgt>
                                        </p:tgtEl>
                                      </p:cBhvr>
                                    </p:animEffect>
                                    <p:anim calcmode="lin" valueType="num">
                                      <p:cBhvr>
                                        <p:cTn id="43" dur="500" fill="hold"/>
                                        <p:tgtEl>
                                          <p:spTgt spid="285699">
                                            <p:txEl>
                                              <p:pRg st="4" end="4"/>
                                            </p:txEl>
                                          </p:spTgt>
                                        </p:tgtEl>
                                        <p:attrNameLst>
                                          <p:attrName>ppt_x</p:attrName>
                                        </p:attrNameLst>
                                      </p:cBhvr>
                                      <p:tavLst>
                                        <p:tav tm="0">
                                          <p:val>
                                            <p:strVal val="#ppt_x"/>
                                          </p:val>
                                        </p:tav>
                                        <p:tav tm="100000">
                                          <p:val>
                                            <p:strVal val="#ppt_x"/>
                                          </p:val>
                                        </p:tav>
                                      </p:tavLst>
                                    </p:anim>
                                    <p:anim calcmode="lin" valueType="num">
                                      <p:cBhvr>
                                        <p:cTn id="44" dur="500" fill="hold"/>
                                        <p:tgtEl>
                                          <p:spTgt spid="285699">
                                            <p:txEl>
                                              <p:pRg st="4" end="4"/>
                                            </p:txEl>
                                          </p:spTgt>
                                        </p:tgtEl>
                                        <p:attrNameLst>
                                          <p:attrName>ppt_y</p:attrName>
                                        </p:attrNameLst>
                                      </p:cBhvr>
                                      <p:tavLst>
                                        <p:tav tm="0">
                                          <p:val>
                                            <p:strVal val="#ppt_y+.05"/>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4" presetClass="entr" presetSubtype="0" fill="hold" grpId="0" nodeType="clickEffect">
                                  <p:stCondLst>
                                    <p:cond delay="0"/>
                                  </p:stCondLst>
                                  <p:childTnLst>
                                    <p:set>
                                      <p:cBhvr>
                                        <p:cTn id="48" dur="indefinite" fill="hold">
                                          <p:stCondLst>
                                            <p:cond delay="0"/>
                                          </p:stCondLst>
                                        </p:cTn>
                                        <p:tgtEl>
                                          <p:spTgt spid="285699">
                                            <p:txEl>
                                              <p:pRg st="5" end="5"/>
                                            </p:txEl>
                                          </p:spTgt>
                                        </p:tgtEl>
                                        <p:attrNameLst>
                                          <p:attrName>style.visibility</p:attrName>
                                        </p:attrNameLst>
                                      </p:cBhvr>
                                      <p:to>
                                        <p:strVal val="visible"/>
                                      </p:to>
                                    </p:set>
                                    <p:animEffect transition="in" filter="fade">
                                      <p:cBhvr>
                                        <p:cTn id="49" dur="500"/>
                                        <p:tgtEl>
                                          <p:spTgt spid="285699">
                                            <p:txEl>
                                              <p:pRg st="5" end="5"/>
                                            </p:txEl>
                                          </p:spTgt>
                                        </p:tgtEl>
                                      </p:cBhvr>
                                    </p:animEffect>
                                    <p:anim calcmode="lin" valueType="num">
                                      <p:cBhvr>
                                        <p:cTn id="50" dur="500" fill="hold"/>
                                        <p:tgtEl>
                                          <p:spTgt spid="285699">
                                            <p:txEl>
                                              <p:pRg st="5" end="5"/>
                                            </p:txEl>
                                          </p:spTgt>
                                        </p:tgtEl>
                                        <p:attrNameLst>
                                          <p:attrName>ppt_x</p:attrName>
                                        </p:attrNameLst>
                                      </p:cBhvr>
                                      <p:tavLst>
                                        <p:tav tm="0">
                                          <p:val>
                                            <p:strVal val="#ppt_x"/>
                                          </p:val>
                                        </p:tav>
                                        <p:tav tm="100000">
                                          <p:val>
                                            <p:strVal val="#ppt_x"/>
                                          </p:val>
                                        </p:tav>
                                      </p:tavLst>
                                    </p:anim>
                                    <p:anim calcmode="lin" valueType="num">
                                      <p:cBhvr>
                                        <p:cTn id="51" dur="500" fill="hold"/>
                                        <p:tgtEl>
                                          <p:spTgt spid="285699">
                                            <p:txEl>
                                              <p:pRg st="5" end="5"/>
                                            </p:txEl>
                                          </p:spTgt>
                                        </p:tgtEl>
                                        <p:attrNameLst>
                                          <p:attrName>ppt_y</p:attrName>
                                        </p:attrNameLst>
                                      </p:cBhvr>
                                      <p:tavLst>
                                        <p:tav tm="0">
                                          <p:val>
                                            <p:strVal val="#ppt_y+.05"/>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4" presetClass="entr" presetSubtype="0" fill="hold" grpId="0" nodeType="clickEffect">
                                  <p:stCondLst>
                                    <p:cond delay="0"/>
                                  </p:stCondLst>
                                  <p:childTnLst>
                                    <p:set>
                                      <p:cBhvr>
                                        <p:cTn id="55" dur="indefinite" fill="hold">
                                          <p:stCondLst>
                                            <p:cond delay="0"/>
                                          </p:stCondLst>
                                        </p:cTn>
                                        <p:tgtEl>
                                          <p:spTgt spid="285699">
                                            <p:txEl>
                                              <p:pRg st="6" end="6"/>
                                            </p:txEl>
                                          </p:spTgt>
                                        </p:tgtEl>
                                        <p:attrNameLst>
                                          <p:attrName>style.visibility</p:attrName>
                                        </p:attrNameLst>
                                      </p:cBhvr>
                                      <p:to>
                                        <p:strVal val="visible"/>
                                      </p:to>
                                    </p:set>
                                    <p:animEffect transition="in" filter="fade">
                                      <p:cBhvr>
                                        <p:cTn id="56" dur="500"/>
                                        <p:tgtEl>
                                          <p:spTgt spid="285699">
                                            <p:txEl>
                                              <p:pRg st="6" end="6"/>
                                            </p:txEl>
                                          </p:spTgt>
                                        </p:tgtEl>
                                      </p:cBhvr>
                                    </p:animEffect>
                                    <p:anim calcmode="lin" valueType="num">
                                      <p:cBhvr>
                                        <p:cTn id="57" dur="500" fill="hold"/>
                                        <p:tgtEl>
                                          <p:spTgt spid="285699">
                                            <p:txEl>
                                              <p:pRg st="6" end="6"/>
                                            </p:txEl>
                                          </p:spTgt>
                                        </p:tgtEl>
                                        <p:attrNameLst>
                                          <p:attrName>ppt_x</p:attrName>
                                        </p:attrNameLst>
                                      </p:cBhvr>
                                      <p:tavLst>
                                        <p:tav tm="0">
                                          <p:val>
                                            <p:strVal val="#ppt_x"/>
                                          </p:val>
                                        </p:tav>
                                        <p:tav tm="100000">
                                          <p:val>
                                            <p:strVal val="#ppt_x"/>
                                          </p:val>
                                        </p:tav>
                                      </p:tavLst>
                                    </p:anim>
                                    <p:anim calcmode="lin" valueType="num">
                                      <p:cBhvr>
                                        <p:cTn id="58" dur="500" fill="hold"/>
                                        <p:tgtEl>
                                          <p:spTgt spid="285699">
                                            <p:txEl>
                                              <p:pRg st="6" end="6"/>
                                            </p:txEl>
                                          </p:spTgt>
                                        </p:tgtEl>
                                        <p:attrNameLst>
                                          <p:attrName>ppt_y</p:attrName>
                                        </p:attrNameLst>
                                      </p:cBhvr>
                                      <p:tavLst>
                                        <p:tav tm="0">
                                          <p:val>
                                            <p:strVal val="#ppt_y+.05"/>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5698" grpId="0"/>
      <p:bldP spid="285699"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7" name="Rectangle 2"/>
          <p:cNvSpPr>
            <a:spLocks noGrp="1"/>
          </p:cNvSpPr>
          <p:nvPr>
            <p:ph type="title"/>
          </p:nvPr>
        </p:nvSpPr>
        <p:spPr>
          <a:noFill/>
          <a:ln w="9525">
            <a:noFill/>
          </a:ln>
        </p:spPr>
        <p:txBody>
          <a:bodyPr vert="horz" wrap="square" lIns="91440" tIns="45720" rIns="91440" bIns="45720" rtlCol="0" anchor="ctr" anchorCtr="0">
            <a:normAutofit/>
          </a:bodyPr>
          <a:lstStyle/>
          <a:p>
            <a:pPr lvl="0" algn="l" eaLnBrk="1" hangingPunct="1">
              <a:buClrTx/>
              <a:buSzTx/>
              <a:buFontTx/>
            </a:pPr>
            <a:r>
              <a:rPr lang="zh-CN" altLang="en-US" dirty="0">
                <a:sym typeface="+mn-ea"/>
              </a:rPr>
              <a:t>1.1.2 数据库管理</a:t>
            </a:r>
          </a:p>
        </p:txBody>
      </p:sp>
      <p:grpSp>
        <p:nvGrpSpPr>
          <p:cNvPr id="2" name="Group 4"/>
          <p:cNvGrpSpPr/>
          <p:nvPr/>
        </p:nvGrpSpPr>
        <p:grpSpPr>
          <a:xfrm>
            <a:off x="606549" y="1410677"/>
            <a:ext cx="7923213" cy="3129280"/>
            <a:chOff x="240" y="1056"/>
            <a:chExt cx="5280" cy="2496"/>
          </a:xfrm>
        </p:grpSpPr>
        <p:sp>
          <p:nvSpPr>
            <p:cNvPr id="9219" name="Text Box 5"/>
            <p:cNvSpPr txBox="1"/>
            <p:nvPr/>
          </p:nvSpPr>
          <p:spPr>
            <a:xfrm>
              <a:off x="485" y="2335"/>
              <a:ext cx="1468" cy="378"/>
            </a:xfrm>
            <a:prstGeom prst="rect">
              <a:avLst/>
            </a:prstGeom>
            <a:solidFill>
              <a:srgbClr val="FFFFFF"/>
            </a:solidFill>
            <a:ln w="9525">
              <a:noFill/>
            </a:ln>
          </p:spPr>
          <p:txBody>
            <a:bodyPr tIns="0" bIns="0" anchor="t" anchorCtr="0"/>
            <a:lstStyle/>
            <a:p>
              <a:pPr algn="ctr"/>
              <a:r>
                <a:rPr lang="en-US" altLang="zh-CN" sz="3200" dirty="0">
                  <a:latin typeface="Times New Roman" panose="02020603050405020304" pitchFamily="18" charset="0"/>
                  <a:ea typeface="宋体" panose="02010600030101010101" pitchFamily="2" charset="-122"/>
                </a:rPr>
                <a:t>…</a:t>
              </a:r>
            </a:p>
          </p:txBody>
        </p:sp>
        <p:sp>
          <p:nvSpPr>
            <p:cNvPr id="9220" name="Text Box 6"/>
            <p:cNvSpPr txBox="1"/>
            <p:nvPr/>
          </p:nvSpPr>
          <p:spPr>
            <a:xfrm>
              <a:off x="259" y="1056"/>
              <a:ext cx="1468" cy="378"/>
            </a:xfrm>
            <a:prstGeom prst="rect">
              <a:avLst/>
            </a:prstGeom>
            <a:solidFill>
              <a:srgbClr val="FFFFFF"/>
            </a:solidFill>
            <a:ln w="9525" cap="flat" cmpd="sng">
              <a:solidFill>
                <a:srgbClr val="000000"/>
              </a:solidFill>
              <a:prstDash val="solid"/>
              <a:miter/>
              <a:headEnd type="none" w="med" len="med"/>
              <a:tailEnd type="none" w="med" len="med"/>
            </a:ln>
          </p:spPr>
          <p:txBody>
            <a:bodyPr tIns="0" bIns="0" anchor="t" anchorCtr="0"/>
            <a:lstStyle/>
            <a:p>
              <a:pPr algn="ctr"/>
              <a:r>
                <a:rPr lang="zh-CN" altLang="en-US" sz="3200" dirty="0">
                  <a:latin typeface="Times New Roman" panose="02020603050405020304" pitchFamily="18" charset="0"/>
                  <a:ea typeface="宋体" panose="02010600030101010101" pitchFamily="2" charset="-122"/>
                </a:rPr>
                <a:t>应用程序</a:t>
              </a:r>
              <a:r>
                <a:rPr lang="en-US" altLang="zh-CN" sz="3200" dirty="0">
                  <a:latin typeface="Times New Roman" panose="02020603050405020304" pitchFamily="18" charset="0"/>
                  <a:ea typeface="宋体" panose="02010600030101010101" pitchFamily="2" charset="-122"/>
                </a:rPr>
                <a:t>1</a:t>
              </a:r>
              <a:endParaRPr lang="en-US" altLang="zh-CN" sz="900" dirty="0">
                <a:latin typeface="Times New Roman" panose="02020603050405020304" pitchFamily="18" charset="0"/>
                <a:ea typeface="宋体" panose="02010600030101010101" pitchFamily="2" charset="-122"/>
              </a:endParaRPr>
            </a:p>
          </p:txBody>
        </p:sp>
        <p:sp>
          <p:nvSpPr>
            <p:cNvPr id="9221" name="Text Box 7"/>
            <p:cNvSpPr txBox="1"/>
            <p:nvPr/>
          </p:nvSpPr>
          <p:spPr>
            <a:xfrm>
              <a:off x="240" y="1706"/>
              <a:ext cx="1469" cy="378"/>
            </a:xfrm>
            <a:prstGeom prst="rect">
              <a:avLst/>
            </a:prstGeom>
            <a:solidFill>
              <a:srgbClr val="FFFFFF"/>
            </a:solidFill>
            <a:ln w="9525" cap="flat" cmpd="sng">
              <a:solidFill>
                <a:srgbClr val="000000"/>
              </a:solidFill>
              <a:prstDash val="solid"/>
              <a:miter/>
              <a:headEnd type="none" w="med" len="med"/>
              <a:tailEnd type="none" w="med" len="med"/>
            </a:ln>
          </p:spPr>
          <p:txBody>
            <a:bodyPr tIns="0" bIns="0" anchor="t" anchorCtr="0"/>
            <a:lstStyle/>
            <a:p>
              <a:pPr algn="ctr"/>
              <a:r>
                <a:rPr lang="zh-CN" altLang="en-US" sz="3200" dirty="0">
                  <a:latin typeface="Times New Roman" panose="02020603050405020304" pitchFamily="18" charset="0"/>
                  <a:ea typeface="宋体" panose="02010600030101010101" pitchFamily="2" charset="-122"/>
                </a:rPr>
                <a:t>应用程序</a:t>
              </a:r>
              <a:r>
                <a:rPr lang="en-US" altLang="zh-CN" sz="3200" dirty="0">
                  <a:latin typeface="Times New Roman" panose="02020603050405020304" pitchFamily="18" charset="0"/>
                  <a:ea typeface="宋体" panose="02010600030101010101" pitchFamily="2" charset="-122"/>
                </a:rPr>
                <a:t>2</a:t>
              </a:r>
            </a:p>
          </p:txBody>
        </p:sp>
        <p:sp>
          <p:nvSpPr>
            <p:cNvPr id="9222" name="Text Box 8"/>
            <p:cNvSpPr txBox="1"/>
            <p:nvPr/>
          </p:nvSpPr>
          <p:spPr>
            <a:xfrm>
              <a:off x="240" y="3174"/>
              <a:ext cx="1469" cy="378"/>
            </a:xfrm>
            <a:prstGeom prst="rect">
              <a:avLst/>
            </a:prstGeom>
            <a:solidFill>
              <a:srgbClr val="FFFFFF"/>
            </a:solidFill>
            <a:ln w="9525" cap="flat" cmpd="sng">
              <a:solidFill>
                <a:srgbClr val="000000"/>
              </a:solidFill>
              <a:prstDash val="solid"/>
              <a:miter/>
              <a:headEnd type="none" w="med" len="med"/>
              <a:tailEnd type="none" w="med" len="med"/>
            </a:ln>
          </p:spPr>
          <p:txBody>
            <a:bodyPr tIns="0" bIns="0" anchor="t" anchorCtr="0"/>
            <a:lstStyle/>
            <a:p>
              <a:pPr algn="ctr"/>
              <a:r>
                <a:rPr lang="zh-CN" altLang="en-US" sz="3200" dirty="0">
                  <a:latin typeface="Times New Roman" panose="02020603050405020304" pitchFamily="18" charset="0"/>
                  <a:ea typeface="宋体" panose="02010600030101010101" pitchFamily="2" charset="-122"/>
                </a:rPr>
                <a:t>应用程序</a:t>
              </a:r>
              <a:r>
                <a:rPr lang="en-US" altLang="zh-CN" sz="3200" dirty="0">
                  <a:latin typeface="Times New Roman" panose="02020603050405020304" pitchFamily="18" charset="0"/>
                  <a:ea typeface="宋体" panose="02010600030101010101" pitchFamily="2" charset="-122"/>
                </a:rPr>
                <a:t>n</a:t>
              </a:r>
            </a:p>
          </p:txBody>
        </p:sp>
        <p:sp>
          <p:nvSpPr>
            <p:cNvPr id="9223" name="Oval 9"/>
            <p:cNvSpPr/>
            <p:nvPr/>
          </p:nvSpPr>
          <p:spPr>
            <a:xfrm>
              <a:off x="2639" y="1749"/>
              <a:ext cx="1106" cy="1248"/>
            </a:xfrm>
            <a:prstGeom prst="ellipse">
              <a:avLst/>
            </a:prstGeom>
            <a:solidFill>
              <a:srgbClr val="FFFFFF"/>
            </a:solidFill>
            <a:ln w="9525" cap="flat" cmpd="sng">
              <a:solidFill>
                <a:srgbClr val="000000"/>
              </a:solidFill>
              <a:prstDash val="solid"/>
              <a:round/>
              <a:headEnd type="none" w="med" len="med"/>
              <a:tailEnd type="none" w="med" len="med"/>
            </a:ln>
          </p:spPr>
          <p:txBody>
            <a:bodyPr lIns="0" tIns="0" rIns="0" bIns="0" anchor="t" anchorCtr="0"/>
            <a:lstStyle/>
            <a:p>
              <a:pPr algn="ctr"/>
              <a:endParaRPr lang="zh-CN" altLang="en-US" sz="3200" dirty="0">
                <a:latin typeface="Times New Roman" panose="02020603050405020304" pitchFamily="18" charset="0"/>
                <a:ea typeface="宋体" panose="02010600030101010101" pitchFamily="2" charset="-122"/>
              </a:endParaRPr>
            </a:p>
            <a:p>
              <a:pPr algn="ctr"/>
              <a:r>
                <a:rPr lang="en-US" altLang="zh-CN" sz="3200" dirty="0">
                  <a:latin typeface="Times New Roman" panose="02020603050405020304" pitchFamily="18" charset="0"/>
                  <a:ea typeface="宋体" panose="02010600030101010101" pitchFamily="2" charset="-122"/>
                </a:rPr>
                <a:t>DBMS</a:t>
              </a:r>
            </a:p>
          </p:txBody>
        </p:sp>
        <p:sp>
          <p:nvSpPr>
            <p:cNvPr id="9224" name="AutoShape 10"/>
            <p:cNvSpPr/>
            <p:nvPr/>
          </p:nvSpPr>
          <p:spPr>
            <a:xfrm>
              <a:off x="4460" y="1832"/>
              <a:ext cx="1060" cy="1091"/>
            </a:xfrm>
            <a:prstGeom prst="can">
              <a:avLst>
                <a:gd name="adj" fmla="val 38356"/>
              </a:avLst>
            </a:prstGeom>
            <a:solidFill>
              <a:srgbClr val="FFFFFF"/>
            </a:solidFill>
            <a:ln w="9525" cap="flat" cmpd="sng">
              <a:solidFill>
                <a:srgbClr val="000000"/>
              </a:solidFill>
              <a:prstDash val="solid"/>
              <a:round/>
              <a:headEnd type="none" w="med" len="med"/>
              <a:tailEnd type="none" w="med" len="med"/>
            </a:ln>
          </p:spPr>
          <p:txBody>
            <a:bodyPr lIns="0" tIns="72000" rIns="0" bIns="0" anchor="t" anchorCtr="0"/>
            <a:lstStyle/>
            <a:p>
              <a:pPr algn="ctr"/>
              <a:r>
                <a:rPr lang="zh-CN" altLang="en-US" sz="3200" dirty="0">
                  <a:latin typeface="Times New Roman" panose="02020603050405020304" pitchFamily="18" charset="0"/>
                  <a:ea typeface="宋体" panose="02010600030101010101" pitchFamily="2" charset="-122"/>
                </a:rPr>
                <a:t>数据库</a:t>
              </a:r>
            </a:p>
          </p:txBody>
        </p:sp>
        <p:sp>
          <p:nvSpPr>
            <p:cNvPr id="9225" name="Line 11"/>
            <p:cNvSpPr/>
            <p:nvPr/>
          </p:nvSpPr>
          <p:spPr>
            <a:xfrm>
              <a:off x="3735" y="2399"/>
              <a:ext cx="725" cy="0"/>
            </a:xfrm>
            <a:prstGeom prst="line">
              <a:avLst/>
            </a:prstGeom>
            <a:ln w="9525" cap="flat" cmpd="sng">
              <a:solidFill>
                <a:srgbClr val="000000"/>
              </a:solidFill>
              <a:prstDash val="solid"/>
              <a:round/>
              <a:headEnd type="none" w="med" len="med"/>
              <a:tailEnd type="none" w="med" len="med"/>
            </a:ln>
          </p:spPr>
          <p:txBody>
            <a:bodyPr/>
            <a:lstStyle/>
            <a:p>
              <a:endParaRPr lang="zh-CN" altLang="en-US"/>
            </a:p>
          </p:txBody>
        </p:sp>
        <p:sp>
          <p:nvSpPr>
            <p:cNvPr id="9226" name="Line 12"/>
            <p:cNvSpPr/>
            <p:nvPr/>
          </p:nvSpPr>
          <p:spPr>
            <a:xfrm>
              <a:off x="1727" y="1245"/>
              <a:ext cx="1004" cy="776"/>
            </a:xfrm>
            <a:prstGeom prst="line">
              <a:avLst/>
            </a:prstGeom>
            <a:ln w="9525" cap="flat" cmpd="sng">
              <a:solidFill>
                <a:srgbClr val="000000"/>
              </a:solidFill>
              <a:prstDash val="solid"/>
              <a:round/>
              <a:headEnd type="none" w="med" len="med"/>
              <a:tailEnd type="none" w="med" len="med"/>
            </a:ln>
          </p:spPr>
          <p:txBody>
            <a:bodyPr/>
            <a:lstStyle/>
            <a:p>
              <a:endParaRPr lang="zh-CN" altLang="en-US"/>
            </a:p>
          </p:txBody>
        </p:sp>
        <p:sp>
          <p:nvSpPr>
            <p:cNvPr id="9227" name="Line 13"/>
            <p:cNvSpPr/>
            <p:nvPr/>
          </p:nvSpPr>
          <p:spPr>
            <a:xfrm>
              <a:off x="1709" y="1895"/>
              <a:ext cx="930" cy="378"/>
            </a:xfrm>
            <a:prstGeom prst="line">
              <a:avLst/>
            </a:prstGeom>
            <a:ln w="9525" cap="flat" cmpd="sng">
              <a:solidFill>
                <a:srgbClr val="000000"/>
              </a:solidFill>
              <a:prstDash val="solid"/>
              <a:round/>
              <a:headEnd type="none" w="med" len="med"/>
              <a:tailEnd type="none" w="med" len="med"/>
            </a:ln>
          </p:spPr>
          <p:txBody>
            <a:bodyPr/>
            <a:lstStyle/>
            <a:p>
              <a:endParaRPr lang="zh-CN" altLang="en-US"/>
            </a:p>
          </p:txBody>
        </p:sp>
        <p:sp>
          <p:nvSpPr>
            <p:cNvPr id="9228" name="Line 14"/>
            <p:cNvSpPr/>
            <p:nvPr/>
          </p:nvSpPr>
          <p:spPr>
            <a:xfrm flipV="1">
              <a:off x="1709" y="2692"/>
              <a:ext cx="1004" cy="672"/>
            </a:xfrm>
            <a:prstGeom prst="line">
              <a:avLst/>
            </a:prstGeom>
            <a:ln w="9525" cap="flat" cmpd="sng">
              <a:solidFill>
                <a:srgbClr val="000000"/>
              </a:solidFill>
              <a:prstDash val="solid"/>
              <a:round/>
              <a:headEnd type="none" w="med" len="med"/>
              <a:tailEnd type="none" w="med" len="med"/>
            </a:ln>
          </p:spPr>
          <p:txBody>
            <a:bodyPr/>
            <a:lstStyle/>
            <a:p>
              <a:endParaRPr lang="zh-CN" altLang="en-US"/>
            </a:p>
          </p:txBody>
        </p:sp>
      </p:grpSp>
      <p:sp>
        <p:nvSpPr>
          <p:cNvPr id="3" name="TextBox 2"/>
          <p:cNvSpPr txBox="1"/>
          <p:nvPr/>
        </p:nvSpPr>
        <p:spPr>
          <a:xfrm>
            <a:off x="3707904" y="4741693"/>
            <a:ext cx="5184576" cy="1200329"/>
          </a:xfrm>
          <a:prstGeom prst="rect">
            <a:avLst/>
          </a:prstGeom>
          <a:noFill/>
        </p:spPr>
        <p:txBody>
          <a:bodyPr wrap="square" rtlCol="0">
            <a:spAutoFit/>
          </a:bodyPr>
          <a:lstStyle/>
          <a:p>
            <a:r>
              <a:rPr lang="zh-CN" altLang="en-US" sz="3600" dirty="0">
                <a:solidFill>
                  <a:srgbClr val="FF0000"/>
                </a:solidFill>
                <a:latin typeface="宋体" pitchFamily="2" charset="-122"/>
                <a:ea typeface="宋体" pitchFamily="2" charset="-122"/>
              </a:rPr>
              <a:t>注意区分</a:t>
            </a:r>
            <a:r>
              <a:rPr lang="zh-CN" altLang="en-US" sz="3600" dirty="0" smtClean="0">
                <a:solidFill>
                  <a:schemeClr val="tx2"/>
                </a:solidFill>
                <a:latin typeface="宋体" pitchFamily="2" charset="-122"/>
                <a:ea typeface="宋体" pitchFamily="2" charset="-122"/>
              </a:rPr>
              <a:t>：</a:t>
            </a:r>
            <a:endParaRPr lang="en-US" altLang="zh-CN" sz="3600" dirty="0" smtClean="0">
              <a:solidFill>
                <a:schemeClr val="tx2"/>
              </a:solidFill>
              <a:latin typeface="宋体" pitchFamily="2" charset="-122"/>
              <a:ea typeface="宋体" pitchFamily="2" charset="-122"/>
            </a:endParaRPr>
          </a:p>
          <a:p>
            <a:r>
              <a:rPr lang="en-US" altLang="zh-CN" sz="3600" dirty="0" smtClean="0">
                <a:solidFill>
                  <a:schemeClr val="tx2"/>
                </a:solidFill>
                <a:latin typeface="宋体" pitchFamily="2" charset="-122"/>
                <a:ea typeface="宋体" pitchFamily="2" charset="-122"/>
              </a:rPr>
              <a:t>data</a:t>
            </a:r>
            <a:r>
              <a:rPr lang="zh-CN" altLang="en-US" sz="3600" dirty="0" smtClean="0">
                <a:solidFill>
                  <a:schemeClr val="tx2"/>
                </a:solidFill>
                <a:latin typeface="宋体" pitchFamily="2" charset="-122"/>
                <a:ea typeface="宋体" pitchFamily="2" charset="-122"/>
              </a:rPr>
              <a:t>、</a:t>
            </a:r>
            <a:r>
              <a:rPr lang="en-US" altLang="zh-CN" sz="3600" dirty="0" smtClean="0">
                <a:solidFill>
                  <a:schemeClr val="tx2"/>
                </a:solidFill>
                <a:latin typeface="宋体" pitchFamily="2" charset="-122"/>
                <a:ea typeface="宋体" pitchFamily="2" charset="-122"/>
              </a:rPr>
              <a:t>DB</a:t>
            </a:r>
            <a:r>
              <a:rPr lang="zh-CN" altLang="en-US" sz="3600" dirty="0" smtClean="0">
                <a:solidFill>
                  <a:schemeClr val="tx2"/>
                </a:solidFill>
                <a:latin typeface="宋体" pitchFamily="2" charset="-122"/>
                <a:ea typeface="宋体" pitchFamily="2" charset="-122"/>
              </a:rPr>
              <a:t>、</a:t>
            </a:r>
            <a:r>
              <a:rPr lang="en-US" altLang="zh-CN" sz="3600" dirty="0" smtClean="0">
                <a:solidFill>
                  <a:schemeClr val="tx2"/>
                </a:solidFill>
                <a:latin typeface="宋体" pitchFamily="2" charset="-122"/>
                <a:ea typeface="宋体" pitchFamily="2" charset="-122"/>
              </a:rPr>
              <a:t>DBMS</a:t>
            </a:r>
            <a:r>
              <a:rPr lang="zh-CN" altLang="en-US" sz="3600" dirty="0" smtClean="0">
                <a:solidFill>
                  <a:schemeClr val="tx2"/>
                </a:solidFill>
                <a:latin typeface="宋体" pitchFamily="2" charset="-122"/>
                <a:ea typeface="宋体" pitchFamily="2" charset="-122"/>
              </a:rPr>
              <a:t>、</a:t>
            </a:r>
            <a:r>
              <a:rPr lang="en-US" altLang="zh-CN" sz="3600" dirty="0" smtClean="0">
                <a:solidFill>
                  <a:schemeClr val="tx2"/>
                </a:solidFill>
                <a:latin typeface="宋体" pitchFamily="2" charset="-122"/>
                <a:ea typeface="宋体" pitchFamily="2" charset="-122"/>
              </a:rPr>
              <a:t>DBS</a:t>
            </a:r>
            <a:endParaRPr lang="zh-CN" altLang="en-US" sz="3600" dirty="0">
              <a:solidFill>
                <a:schemeClr val="tx2"/>
              </a:solidFill>
              <a:latin typeface="宋体" pitchFamily="2" charset="-122"/>
              <a:ea typeface="宋体"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dissolv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275856" y="332656"/>
            <a:ext cx="2750840" cy="505544"/>
          </a:xfrm>
        </p:spPr>
        <p:txBody>
          <a:bodyPr/>
          <a:lstStyle/>
          <a:p>
            <a:r>
              <a:rPr lang="zh-CN" altLang="en-US" dirty="0" smtClean="0">
                <a:latin typeface="宋体" pitchFamily="2" charset="-122"/>
                <a:ea typeface="宋体" pitchFamily="2" charset="-122"/>
              </a:rPr>
              <a:t>常用</a:t>
            </a:r>
            <a:r>
              <a:rPr lang="en-US" altLang="zh-CN" dirty="0" smtClean="0">
                <a:latin typeface="宋体" pitchFamily="2" charset="-122"/>
                <a:ea typeface="宋体" pitchFamily="2" charset="-122"/>
              </a:rPr>
              <a:t>RDBMS</a:t>
            </a:r>
            <a:endParaRPr lang="zh-CN" altLang="en-US" dirty="0"/>
          </a:p>
        </p:txBody>
      </p:sp>
      <p:sp>
        <p:nvSpPr>
          <p:cNvPr id="3" name="内容占位符 2"/>
          <p:cNvSpPr>
            <a:spLocks noGrp="1"/>
          </p:cNvSpPr>
          <p:nvPr>
            <p:ph idx="1"/>
          </p:nvPr>
        </p:nvSpPr>
        <p:spPr>
          <a:xfrm>
            <a:off x="2267744" y="1556792"/>
            <a:ext cx="3960440" cy="3816424"/>
          </a:xfrm>
        </p:spPr>
        <p:txBody>
          <a:bodyPr/>
          <a:lstStyle/>
          <a:p>
            <a:pPr marL="0" indent="0">
              <a:spcBef>
                <a:spcPts val="1800"/>
              </a:spcBef>
              <a:buNone/>
            </a:pPr>
            <a:r>
              <a:rPr lang="en-US" altLang="zh-CN" dirty="0" smtClean="0">
                <a:latin typeface="宋体" pitchFamily="2" charset="-122"/>
                <a:ea typeface="宋体" pitchFamily="2" charset="-122"/>
              </a:rPr>
              <a:t>  1</a:t>
            </a:r>
            <a:r>
              <a:rPr lang="zh-CN" altLang="en-US" dirty="0" smtClean="0">
                <a:latin typeface="宋体" pitchFamily="2" charset="-122"/>
                <a:ea typeface="宋体" pitchFamily="2" charset="-122"/>
              </a:rPr>
              <a:t>、</a:t>
            </a:r>
            <a:r>
              <a:rPr lang="en-US" altLang="zh-CN" dirty="0" smtClean="0">
                <a:latin typeface="宋体" pitchFamily="2" charset="-122"/>
                <a:ea typeface="宋体" pitchFamily="2" charset="-122"/>
              </a:rPr>
              <a:t>access</a:t>
            </a:r>
          </a:p>
          <a:p>
            <a:pPr marL="0" indent="0">
              <a:spcBef>
                <a:spcPts val="1800"/>
              </a:spcBef>
              <a:buNone/>
            </a:pPr>
            <a:r>
              <a:rPr lang="en-US" altLang="zh-CN" dirty="0" smtClean="0">
                <a:latin typeface="宋体" pitchFamily="2" charset="-122"/>
                <a:ea typeface="宋体" pitchFamily="2" charset="-122"/>
              </a:rPr>
              <a:t>  2</a:t>
            </a:r>
            <a:r>
              <a:rPr lang="zh-CN" altLang="en-US" dirty="0" smtClean="0">
                <a:latin typeface="宋体" pitchFamily="2" charset="-122"/>
                <a:ea typeface="宋体" pitchFamily="2" charset="-122"/>
              </a:rPr>
              <a:t>、</a:t>
            </a:r>
            <a:r>
              <a:rPr lang="en-US" altLang="zh-CN" dirty="0" err="1" smtClean="0">
                <a:latin typeface="宋体" pitchFamily="2" charset="-122"/>
                <a:ea typeface="宋体" pitchFamily="2" charset="-122"/>
              </a:rPr>
              <a:t>mysql</a:t>
            </a:r>
            <a:endParaRPr lang="en-US" altLang="zh-CN" dirty="0" smtClean="0">
              <a:latin typeface="宋体" pitchFamily="2" charset="-122"/>
              <a:ea typeface="宋体" pitchFamily="2" charset="-122"/>
            </a:endParaRPr>
          </a:p>
          <a:p>
            <a:pPr marL="0" indent="0">
              <a:spcBef>
                <a:spcPts val="1800"/>
              </a:spcBef>
              <a:buNone/>
            </a:pPr>
            <a:r>
              <a:rPr lang="en-US" altLang="zh-CN" dirty="0" smtClean="0">
                <a:latin typeface="宋体" pitchFamily="2" charset="-122"/>
                <a:ea typeface="宋体" pitchFamily="2" charset="-122"/>
              </a:rPr>
              <a:t>  3</a:t>
            </a:r>
            <a:r>
              <a:rPr lang="zh-CN" altLang="en-US" dirty="0" smtClean="0">
                <a:latin typeface="宋体" pitchFamily="2" charset="-122"/>
                <a:ea typeface="宋体" pitchFamily="2" charset="-122"/>
              </a:rPr>
              <a:t>、</a:t>
            </a:r>
            <a:r>
              <a:rPr lang="en-US" altLang="zh-CN" dirty="0" smtClean="0">
                <a:latin typeface="宋体" pitchFamily="2" charset="-122"/>
                <a:ea typeface="宋体" pitchFamily="2" charset="-122"/>
              </a:rPr>
              <a:t>SQL Server</a:t>
            </a:r>
          </a:p>
          <a:p>
            <a:pPr marL="0" indent="0">
              <a:spcBef>
                <a:spcPts val="1800"/>
              </a:spcBef>
              <a:buNone/>
            </a:pPr>
            <a:r>
              <a:rPr lang="en-US" altLang="zh-CN" dirty="0" smtClean="0">
                <a:latin typeface="宋体" pitchFamily="2" charset="-122"/>
                <a:ea typeface="宋体" pitchFamily="2" charset="-122"/>
              </a:rPr>
              <a:t>  4</a:t>
            </a:r>
            <a:r>
              <a:rPr lang="zh-CN" altLang="en-US" dirty="0" smtClean="0">
                <a:latin typeface="宋体" pitchFamily="2" charset="-122"/>
                <a:ea typeface="宋体" pitchFamily="2" charset="-122"/>
              </a:rPr>
              <a:t>、</a:t>
            </a:r>
            <a:r>
              <a:rPr lang="en-US" altLang="zh-CN" dirty="0" smtClean="0">
                <a:latin typeface="宋体" pitchFamily="2" charset="-122"/>
                <a:ea typeface="宋体" pitchFamily="2" charset="-122"/>
              </a:rPr>
              <a:t>Oracle</a:t>
            </a:r>
          </a:p>
          <a:p>
            <a:pPr marL="0" indent="0">
              <a:spcBef>
                <a:spcPts val="1800"/>
              </a:spcBef>
              <a:buNone/>
            </a:pPr>
            <a:r>
              <a:rPr lang="en-US" altLang="zh-CN" dirty="0" smtClean="0">
                <a:latin typeface="宋体" pitchFamily="2" charset="-122"/>
              </a:rPr>
              <a:t>……</a:t>
            </a:r>
            <a:endParaRPr lang="en-US" altLang="zh-CN" dirty="0" smtClean="0">
              <a:latin typeface="宋体" pitchFamily="2" charset="-122"/>
              <a:ea typeface="宋体" pitchFamily="2" charset="-122"/>
            </a:endParaRPr>
          </a:p>
          <a:p>
            <a:pPr marL="0" indent="0">
              <a:spcBef>
                <a:spcPts val="1800"/>
              </a:spcBef>
              <a:buNone/>
            </a:pPr>
            <a:endParaRPr lang="en-US" altLang="zh-CN" dirty="0" smtClean="0">
              <a:latin typeface="宋体" pitchFamily="2" charset="-122"/>
              <a:ea typeface="宋体" pitchFamily="2" charset="-122"/>
            </a:endParaRPr>
          </a:p>
          <a:p>
            <a:pPr marL="0" indent="0">
              <a:spcBef>
                <a:spcPts val="1800"/>
              </a:spcBef>
              <a:buNone/>
            </a:pPr>
            <a:endParaRPr lang="zh-CN" altLang="en-US" dirty="0">
              <a:latin typeface="宋体" pitchFamily="2" charset="-122"/>
              <a:ea typeface="宋体" pitchFamily="2" charset="-122"/>
            </a:endParaRPr>
          </a:p>
        </p:txBody>
      </p:sp>
    </p:spTree>
    <p:extLst>
      <p:ext uri="{BB962C8B-B14F-4D97-AF65-F5344CB8AC3E}">
        <p14:creationId xmlns:p14="http://schemas.microsoft.com/office/powerpoint/2010/main" val="1661917391"/>
      </p:ext>
    </p:extLst>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8770" name="Rectangle 2"/>
          <p:cNvSpPr>
            <a:spLocks noGrp="1"/>
          </p:cNvSpPr>
          <p:nvPr>
            <p:ph type="title"/>
          </p:nvPr>
        </p:nvSpPr>
        <p:spPr>
          <a:noFill/>
          <a:ln w="9525">
            <a:noFill/>
          </a:ln>
        </p:spPr>
        <p:txBody>
          <a:bodyPr vert="horz" wrap="square" lIns="91440" tIns="45720" rIns="91440" bIns="45720" rtlCol="0" anchor="ctr" anchorCtr="0">
            <a:normAutofit/>
          </a:bodyPr>
          <a:lstStyle/>
          <a:p>
            <a:pPr lvl="0" algn="l" eaLnBrk="1" hangingPunct="1">
              <a:buClrTx/>
              <a:buSzTx/>
              <a:buFontTx/>
            </a:pPr>
            <a:r>
              <a:rPr lang="zh-CN" altLang="en-US" dirty="0">
                <a:sym typeface="+mn-ea"/>
              </a:rPr>
              <a:t>数据库管理系统的优点 </a:t>
            </a:r>
          </a:p>
        </p:txBody>
      </p:sp>
      <p:sp>
        <p:nvSpPr>
          <p:cNvPr id="288771" name="Rectangle 3"/>
          <p:cNvSpPr>
            <a:spLocks noGrp="1"/>
          </p:cNvSpPr>
          <p:nvPr>
            <p:ph idx="1"/>
          </p:nvPr>
        </p:nvSpPr>
        <p:spPr>
          <a:xfrm>
            <a:off x="603250" y="1441450"/>
            <a:ext cx="8083550" cy="4730750"/>
          </a:xfrm>
        </p:spPr>
        <p:txBody>
          <a:bodyPr vert="horz" wrap="square" lIns="91440" tIns="45720" rIns="91440" bIns="45720" anchor="t" anchorCtr="0"/>
          <a:lstStyle/>
          <a:p>
            <a:pPr eaLnBrk="1" hangingPunct="1"/>
            <a:r>
              <a:rPr lang="zh-CN" altLang="en-US" sz="3600" b="0" dirty="0">
                <a:solidFill>
                  <a:srgbClr val="000000"/>
                </a:solidFill>
                <a:cs typeface="等线" panose="02010600030101010101" charset="-122"/>
              </a:rPr>
              <a:t>相互关联的数据的集合 </a:t>
            </a:r>
          </a:p>
          <a:p>
            <a:pPr eaLnBrk="1" hangingPunct="1"/>
            <a:r>
              <a:rPr lang="zh-CN" altLang="en-US" sz="3600" b="0" dirty="0">
                <a:solidFill>
                  <a:srgbClr val="000000"/>
                </a:solidFill>
                <a:cs typeface="等线" panose="02010600030101010101" charset="-122"/>
              </a:rPr>
              <a:t>较少的数据冗余 </a:t>
            </a:r>
          </a:p>
          <a:p>
            <a:pPr eaLnBrk="1" hangingPunct="1"/>
            <a:r>
              <a:rPr lang="zh-CN" altLang="en-US" sz="3600" b="0" dirty="0">
                <a:solidFill>
                  <a:srgbClr val="000000"/>
                </a:solidFill>
                <a:cs typeface="等线" panose="02010600030101010101" charset="-122"/>
              </a:rPr>
              <a:t>程序与数据相互对立</a:t>
            </a:r>
          </a:p>
          <a:p>
            <a:pPr eaLnBrk="1" hangingPunct="1"/>
            <a:r>
              <a:rPr lang="zh-CN" altLang="en-US" sz="3600" b="0" dirty="0">
                <a:solidFill>
                  <a:srgbClr val="000000"/>
                </a:solidFill>
                <a:cs typeface="等线" panose="02010600030101010101" charset="-122"/>
              </a:rPr>
              <a:t>保证数据的安全、可靠</a:t>
            </a:r>
          </a:p>
          <a:p>
            <a:pPr eaLnBrk="1" hangingPunct="1"/>
            <a:r>
              <a:rPr lang="zh-CN" altLang="en-US" sz="3600" b="0" dirty="0">
                <a:solidFill>
                  <a:srgbClr val="000000"/>
                </a:solidFill>
                <a:cs typeface="等线" panose="02010600030101010101" charset="-122"/>
              </a:rPr>
              <a:t>最大限度地保证数据的正确性</a:t>
            </a:r>
          </a:p>
          <a:p>
            <a:pPr eaLnBrk="1" hangingPunct="1"/>
            <a:r>
              <a:rPr lang="zh-CN" altLang="en-US" sz="3600" b="0" dirty="0">
                <a:solidFill>
                  <a:srgbClr val="000000"/>
                </a:solidFill>
                <a:cs typeface="等线" panose="02010600030101010101" charset="-122"/>
              </a:rPr>
              <a:t>数据可以并发使用并能保证一致性</a:t>
            </a:r>
          </a:p>
          <a:p>
            <a:pPr eaLnBrk="1" hangingPunct="1"/>
            <a:endParaRPr lang="zh-CN" altLang="en-US" sz="3600" b="0" dirty="0">
              <a:solidFill>
                <a:srgbClr val="000000"/>
              </a:solidFill>
              <a:cs typeface="等线" panose="02010600030101010101" charset="-122"/>
            </a:endParaRPr>
          </a:p>
        </p:txBody>
      </p:sp>
    </p:spTree>
  </p:cSld>
  <p:clrMapOvr>
    <a:masterClrMapping/>
  </p:clrMapOvr>
  <p:transition>
    <p:wipe dir="d"/>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7" presetClass="entr" presetSubtype="0" fill="hold" grpId="0" nodeType="withEffect">
                                  <p:stCondLst>
                                    <p:cond delay="0"/>
                                  </p:stCondLst>
                                  <p:childTnLst>
                                    <p:set>
                                      <p:cBhvr>
                                        <p:cTn id="6" dur="indefinite" fill="hold">
                                          <p:stCondLst>
                                            <p:cond delay="0"/>
                                          </p:stCondLst>
                                        </p:cTn>
                                        <p:tgtEl>
                                          <p:spTgt spid="288770"/>
                                        </p:tgtEl>
                                        <p:attrNameLst>
                                          <p:attrName>style.visibility</p:attrName>
                                        </p:attrNameLst>
                                      </p:cBhvr>
                                      <p:to>
                                        <p:strVal val="visible"/>
                                      </p:to>
                                    </p:set>
                                    <p:animEffect transition="in" filter="fade">
                                      <p:cBhvr>
                                        <p:cTn id="7" dur="1000"/>
                                        <p:tgtEl>
                                          <p:spTgt spid="288770"/>
                                        </p:tgtEl>
                                      </p:cBhvr>
                                    </p:animEffect>
                                    <p:anim calcmode="lin" valueType="num">
                                      <p:cBhvr>
                                        <p:cTn id="8" dur="1000" fill="hold"/>
                                        <p:tgtEl>
                                          <p:spTgt spid="288770"/>
                                        </p:tgtEl>
                                        <p:attrNameLst>
                                          <p:attrName>ppt_x</p:attrName>
                                        </p:attrNameLst>
                                      </p:cBhvr>
                                      <p:tavLst>
                                        <p:tav tm="0">
                                          <p:val>
                                            <p:strVal val="#ppt_x"/>
                                          </p:val>
                                        </p:tav>
                                        <p:tav tm="100000">
                                          <p:val>
                                            <p:strVal val="#ppt_x"/>
                                          </p:val>
                                        </p:tav>
                                      </p:tavLst>
                                    </p:anim>
                                    <p:anim calcmode="lin" valueType="num">
                                      <p:cBhvr>
                                        <p:cTn id="9" dur="897" decel="100000" fill="hold"/>
                                        <p:tgtEl>
                                          <p:spTgt spid="288770"/>
                                        </p:tgtEl>
                                        <p:attrNameLst>
                                          <p:attrName>ppt_y</p:attrName>
                                        </p:attrNameLst>
                                      </p:cBhvr>
                                      <p:tavLst>
                                        <p:tav tm="0">
                                          <p:val>
                                            <p:strVal val="#ppt_y+1"/>
                                          </p:val>
                                        </p:tav>
                                        <p:tav tm="100000">
                                          <p:val>
                                            <p:strVal val="#ppt_y-.03"/>
                                          </p:val>
                                        </p:tav>
                                      </p:tavLst>
                                    </p:anim>
                                    <p:anim calcmode="lin" valueType="num">
                                      <p:cBhvr>
                                        <p:cTn id="10" dur="97" accel="100000" fill="hold">
                                          <p:stCondLst>
                                            <p:cond delay="897"/>
                                          </p:stCondLst>
                                        </p:cTn>
                                        <p:tgtEl>
                                          <p:spTgt spid="288770"/>
                                        </p:tgtEl>
                                        <p:attrNameLst>
                                          <p:attrName>ppt_y</p:attrName>
                                        </p:attrNameLst>
                                      </p:cBhvr>
                                      <p:tavLst>
                                        <p:tav tm="0">
                                          <p:val>
                                            <p:strVal val="#ppt_y-.03"/>
                                          </p:val>
                                        </p:tav>
                                        <p:tav tm="100000">
                                          <p:val>
                                            <p:strVal val="#ppt_y"/>
                                          </p:val>
                                        </p:tav>
                                      </p:tavLst>
                                    </p:anim>
                                  </p:childTnLst>
                                </p:cTn>
                              </p:par>
                            </p:childTnLst>
                          </p:cTn>
                        </p:par>
                      </p:childTnLst>
                    </p:cTn>
                  </p:par>
                  <p:par>
                    <p:cTn id="11" fill="hold">
                      <p:stCondLst>
                        <p:cond delay="indefinite"/>
                      </p:stCondLst>
                      <p:childTnLst>
                        <p:par>
                          <p:cTn id="12" fill="hold">
                            <p:stCondLst>
                              <p:cond delay="0"/>
                            </p:stCondLst>
                            <p:childTnLst>
                              <p:par>
                                <p:cTn id="13" presetID="37" presetClass="entr" presetSubtype="0" fill="hold" grpId="0" nodeType="clickEffect">
                                  <p:stCondLst>
                                    <p:cond delay="0"/>
                                  </p:stCondLst>
                                  <p:childTnLst>
                                    <p:set>
                                      <p:cBhvr>
                                        <p:cTn id="14" dur="indefinite" fill="hold">
                                          <p:stCondLst>
                                            <p:cond delay="0"/>
                                          </p:stCondLst>
                                        </p:cTn>
                                        <p:tgtEl>
                                          <p:spTgt spid="288771">
                                            <p:txEl>
                                              <p:pRg st="0" end="0"/>
                                            </p:txEl>
                                          </p:spTgt>
                                        </p:tgtEl>
                                        <p:attrNameLst>
                                          <p:attrName>style.visibility</p:attrName>
                                        </p:attrNameLst>
                                      </p:cBhvr>
                                      <p:to>
                                        <p:strVal val="visible"/>
                                      </p:to>
                                    </p:set>
                                    <p:animEffect transition="in" filter="fade">
                                      <p:cBhvr>
                                        <p:cTn id="15" dur="1000"/>
                                        <p:tgtEl>
                                          <p:spTgt spid="288771">
                                            <p:txEl>
                                              <p:pRg st="0" end="0"/>
                                            </p:txEl>
                                          </p:spTgt>
                                        </p:tgtEl>
                                      </p:cBhvr>
                                    </p:animEffect>
                                    <p:anim calcmode="lin" valueType="num">
                                      <p:cBhvr>
                                        <p:cTn id="16" dur="1000" fill="hold"/>
                                        <p:tgtEl>
                                          <p:spTgt spid="288771">
                                            <p:txEl>
                                              <p:pRg st="0" end="0"/>
                                            </p:txEl>
                                          </p:spTgt>
                                        </p:tgtEl>
                                        <p:attrNameLst>
                                          <p:attrName>ppt_x</p:attrName>
                                        </p:attrNameLst>
                                      </p:cBhvr>
                                      <p:tavLst>
                                        <p:tav tm="0">
                                          <p:val>
                                            <p:strVal val="#ppt_x"/>
                                          </p:val>
                                        </p:tav>
                                        <p:tav tm="100000">
                                          <p:val>
                                            <p:strVal val="#ppt_x"/>
                                          </p:val>
                                        </p:tav>
                                      </p:tavLst>
                                    </p:anim>
                                    <p:anim calcmode="lin" valueType="num">
                                      <p:cBhvr>
                                        <p:cTn id="17" dur="897" decel="100000" fill="hold"/>
                                        <p:tgtEl>
                                          <p:spTgt spid="288771">
                                            <p:txEl>
                                              <p:pRg st="0" end="0"/>
                                            </p:txEl>
                                          </p:spTgt>
                                        </p:tgtEl>
                                        <p:attrNameLst>
                                          <p:attrName>ppt_y</p:attrName>
                                        </p:attrNameLst>
                                      </p:cBhvr>
                                      <p:tavLst>
                                        <p:tav tm="0">
                                          <p:val>
                                            <p:strVal val="#ppt_y+1"/>
                                          </p:val>
                                        </p:tav>
                                        <p:tav tm="100000">
                                          <p:val>
                                            <p:strVal val="#ppt_y-.03"/>
                                          </p:val>
                                        </p:tav>
                                      </p:tavLst>
                                    </p:anim>
                                    <p:anim calcmode="lin" valueType="num">
                                      <p:cBhvr>
                                        <p:cTn id="18" dur="97" accel="100000" fill="hold">
                                          <p:stCondLst>
                                            <p:cond delay="897"/>
                                          </p:stCondLst>
                                        </p:cTn>
                                        <p:tgtEl>
                                          <p:spTgt spid="288771">
                                            <p:txEl>
                                              <p:pRg st="0" end="0"/>
                                            </p:txEl>
                                          </p:spTgt>
                                        </p:tgtEl>
                                        <p:attrNameLst>
                                          <p:attrName>ppt_y</p:attrName>
                                        </p:attrNameLst>
                                      </p:cBhvr>
                                      <p:tavLst>
                                        <p:tav tm="0">
                                          <p:val>
                                            <p:strVal val="#ppt_y-.03"/>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37" presetClass="entr" presetSubtype="0" fill="hold" grpId="0" nodeType="clickEffect">
                                  <p:stCondLst>
                                    <p:cond delay="0"/>
                                  </p:stCondLst>
                                  <p:childTnLst>
                                    <p:set>
                                      <p:cBhvr>
                                        <p:cTn id="22" dur="indefinite" fill="hold">
                                          <p:stCondLst>
                                            <p:cond delay="0"/>
                                          </p:stCondLst>
                                        </p:cTn>
                                        <p:tgtEl>
                                          <p:spTgt spid="288771">
                                            <p:txEl>
                                              <p:pRg st="1" end="1"/>
                                            </p:txEl>
                                          </p:spTgt>
                                        </p:tgtEl>
                                        <p:attrNameLst>
                                          <p:attrName>style.visibility</p:attrName>
                                        </p:attrNameLst>
                                      </p:cBhvr>
                                      <p:to>
                                        <p:strVal val="visible"/>
                                      </p:to>
                                    </p:set>
                                    <p:animEffect transition="in" filter="fade">
                                      <p:cBhvr>
                                        <p:cTn id="23" dur="1000"/>
                                        <p:tgtEl>
                                          <p:spTgt spid="288771">
                                            <p:txEl>
                                              <p:pRg st="1" end="1"/>
                                            </p:txEl>
                                          </p:spTgt>
                                        </p:tgtEl>
                                      </p:cBhvr>
                                    </p:animEffect>
                                    <p:anim calcmode="lin" valueType="num">
                                      <p:cBhvr>
                                        <p:cTn id="24" dur="1000" fill="hold"/>
                                        <p:tgtEl>
                                          <p:spTgt spid="288771">
                                            <p:txEl>
                                              <p:pRg st="1" end="1"/>
                                            </p:txEl>
                                          </p:spTgt>
                                        </p:tgtEl>
                                        <p:attrNameLst>
                                          <p:attrName>ppt_x</p:attrName>
                                        </p:attrNameLst>
                                      </p:cBhvr>
                                      <p:tavLst>
                                        <p:tav tm="0">
                                          <p:val>
                                            <p:strVal val="#ppt_x"/>
                                          </p:val>
                                        </p:tav>
                                        <p:tav tm="100000">
                                          <p:val>
                                            <p:strVal val="#ppt_x"/>
                                          </p:val>
                                        </p:tav>
                                      </p:tavLst>
                                    </p:anim>
                                    <p:anim calcmode="lin" valueType="num">
                                      <p:cBhvr>
                                        <p:cTn id="25" dur="897" decel="100000" fill="hold"/>
                                        <p:tgtEl>
                                          <p:spTgt spid="288771">
                                            <p:txEl>
                                              <p:pRg st="1" end="1"/>
                                            </p:txEl>
                                          </p:spTgt>
                                        </p:tgtEl>
                                        <p:attrNameLst>
                                          <p:attrName>ppt_y</p:attrName>
                                        </p:attrNameLst>
                                      </p:cBhvr>
                                      <p:tavLst>
                                        <p:tav tm="0">
                                          <p:val>
                                            <p:strVal val="#ppt_y+1"/>
                                          </p:val>
                                        </p:tav>
                                        <p:tav tm="100000">
                                          <p:val>
                                            <p:strVal val="#ppt_y-.03"/>
                                          </p:val>
                                        </p:tav>
                                      </p:tavLst>
                                    </p:anim>
                                    <p:anim calcmode="lin" valueType="num">
                                      <p:cBhvr>
                                        <p:cTn id="26" dur="97" accel="100000" fill="hold">
                                          <p:stCondLst>
                                            <p:cond delay="897"/>
                                          </p:stCondLst>
                                        </p:cTn>
                                        <p:tgtEl>
                                          <p:spTgt spid="288771">
                                            <p:txEl>
                                              <p:pRg st="1" end="1"/>
                                            </p:txEl>
                                          </p:spTgt>
                                        </p:tgtEl>
                                        <p:attrNameLst>
                                          <p:attrName>ppt_y</p:attrName>
                                        </p:attrNameLst>
                                      </p:cBhvr>
                                      <p:tavLst>
                                        <p:tav tm="0">
                                          <p:val>
                                            <p:strVal val="#ppt_y-.03"/>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37" presetClass="entr" presetSubtype="0" fill="hold" grpId="0" nodeType="clickEffect">
                                  <p:stCondLst>
                                    <p:cond delay="0"/>
                                  </p:stCondLst>
                                  <p:childTnLst>
                                    <p:set>
                                      <p:cBhvr>
                                        <p:cTn id="30" dur="indefinite" fill="hold">
                                          <p:stCondLst>
                                            <p:cond delay="0"/>
                                          </p:stCondLst>
                                        </p:cTn>
                                        <p:tgtEl>
                                          <p:spTgt spid="288771">
                                            <p:txEl>
                                              <p:pRg st="2" end="2"/>
                                            </p:txEl>
                                          </p:spTgt>
                                        </p:tgtEl>
                                        <p:attrNameLst>
                                          <p:attrName>style.visibility</p:attrName>
                                        </p:attrNameLst>
                                      </p:cBhvr>
                                      <p:to>
                                        <p:strVal val="visible"/>
                                      </p:to>
                                    </p:set>
                                    <p:animEffect transition="in" filter="fade">
                                      <p:cBhvr>
                                        <p:cTn id="31" dur="1000"/>
                                        <p:tgtEl>
                                          <p:spTgt spid="288771">
                                            <p:txEl>
                                              <p:pRg st="2" end="2"/>
                                            </p:txEl>
                                          </p:spTgt>
                                        </p:tgtEl>
                                      </p:cBhvr>
                                    </p:animEffect>
                                    <p:anim calcmode="lin" valueType="num">
                                      <p:cBhvr>
                                        <p:cTn id="32" dur="1000" fill="hold"/>
                                        <p:tgtEl>
                                          <p:spTgt spid="288771">
                                            <p:txEl>
                                              <p:pRg st="2" end="2"/>
                                            </p:txEl>
                                          </p:spTgt>
                                        </p:tgtEl>
                                        <p:attrNameLst>
                                          <p:attrName>ppt_x</p:attrName>
                                        </p:attrNameLst>
                                      </p:cBhvr>
                                      <p:tavLst>
                                        <p:tav tm="0">
                                          <p:val>
                                            <p:strVal val="#ppt_x"/>
                                          </p:val>
                                        </p:tav>
                                        <p:tav tm="100000">
                                          <p:val>
                                            <p:strVal val="#ppt_x"/>
                                          </p:val>
                                        </p:tav>
                                      </p:tavLst>
                                    </p:anim>
                                    <p:anim calcmode="lin" valueType="num">
                                      <p:cBhvr>
                                        <p:cTn id="33" dur="897" decel="100000" fill="hold"/>
                                        <p:tgtEl>
                                          <p:spTgt spid="288771">
                                            <p:txEl>
                                              <p:pRg st="2" end="2"/>
                                            </p:txEl>
                                          </p:spTgt>
                                        </p:tgtEl>
                                        <p:attrNameLst>
                                          <p:attrName>ppt_y</p:attrName>
                                        </p:attrNameLst>
                                      </p:cBhvr>
                                      <p:tavLst>
                                        <p:tav tm="0">
                                          <p:val>
                                            <p:strVal val="#ppt_y+1"/>
                                          </p:val>
                                        </p:tav>
                                        <p:tav tm="100000">
                                          <p:val>
                                            <p:strVal val="#ppt_y-.03"/>
                                          </p:val>
                                        </p:tav>
                                      </p:tavLst>
                                    </p:anim>
                                    <p:anim calcmode="lin" valueType="num">
                                      <p:cBhvr>
                                        <p:cTn id="34" dur="97" accel="100000" fill="hold">
                                          <p:stCondLst>
                                            <p:cond delay="897"/>
                                          </p:stCondLst>
                                        </p:cTn>
                                        <p:tgtEl>
                                          <p:spTgt spid="288771">
                                            <p:txEl>
                                              <p:pRg st="2" end="2"/>
                                            </p:txEl>
                                          </p:spTgt>
                                        </p:tgtEl>
                                        <p:attrNameLst>
                                          <p:attrName>ppt_y</p:attrName>
                                        </p:attrNameLst>
                                      </p:cBhvr>
                                      <p:tavLst>
                                        <p:tav tm="0">
                                          <p:val>
                                            <p:strVal val="#ppt_y-.03"/>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37" presetClass="entr" presetSubtype="0" fill="hold" grpId="0" nodeType="clickEffect">
                                  <p:stCondLst>
                                    <p:cond delay="0"/>
                                  </p:stCondLst>
                                  <p:childTnLst>
                                    <p:set>
                                      <p:cBhvr>
                                        <p:cTn id="38" dur="indefinite" fill="hold">
                                          <p:stCondLst>
                                            <p:cond delay="0"/>
                                          </p:stCondLst>
                                        </p:cTn>
                                        <p:tgtEl>
                                          <p:spTgt spid="288771">
                                            <p:txEl>
                                              <p:pRg st="3" end="3"/>
                                            </p:txEl>
                                          </p:spTgt>
                                        </p:tgtEl>
                                        <p:attrNameLst>
                                          <p:attrName>style.visibility</p:attrName>
                                        </p:attrNameLst>
                                      </p:cBhvr>
                                      <p:to>
                                        <p:strVal val="visible"/>
                                      </p:to>
                                    </p:set>
                                    <p:animEffect transition="in" filter="fade">
                                      <p:cBhvr>
                                        <p:cTn id="39" dur="1000"/>
                                        <p:tgtEl>
                                          <p:spTgt spid="288771">
                                            <p:txEl>
                                              <p:pRg st="3" end="3"/>
                                            </p:txEl>
                                          </p:spTgt>
                                        </p:tgtEl>
                                      </p:cBhvr>
                                    </p:animEffect>
                                    <p:anim calcmode="lin" valueType="num">
                                      <p:cBhvr>
                                        <p:cTn id="40" dur="1000" fill="hold"/>
                                        <p:tgtEl>
                                          <p:spTgt spid="288771">
                                            <p:txEl>
                                              <p:pRg st="3" end="3"/>
                                            </p:txEl>
                                          </p:spTgt>
                                        </p:tgtEl>
                                        <p:attrNameLst>
                                          <p:attrName>ppt_x</p:attrName>
                                        </p:attrNameLst>
                                      </p:cBhvr>
                                      <p:tavLst>
                                        <p:tav tm="0">
                                          <p:val>
                                            <p:strVal val="#ppt_x"/>
                                          </p:val>
                                        </p:tav>
                                        <p:tav tm="100000">
                                          <p:val>
                                            <p:strVal val="#ppt_x"/>
                                          </p:val>
                                        </p:tav>
                                      </p:tavLst>
                                    </p:anim>
                                    <p:anim calcmode="lin" valueType="num">
                                      <p:cBhvr>
                                        <p:cTn id="41" dur="897" decel="100000" fill="hold"/>
                                        <p:tgtEl>
                                          <p:spTgt spid="288771">
                                            <p:txEl>
                                              <p:pRg st="3" end="3"/>
                                            </p:txEl>
                                          </p:spTgt>
                                        </p:tgtEl>
                                        <p:attrNameLst>
                                          <p:attrName>ppt_y</p:attrName>
                                        </p:attrNameLst>
                                      </p:cBhvr>
                                      <p:tavLst>
                                        <p:tav tm="0">
                                          <p:val>
                                            <p:strVal val="#ppt_y+1"/>
                                          </p:val>
                                        </p:tav>
                                        <p:tav tm="100000">
                                          <p:val>
                                            <p:strVal val="#ppt_y-.03"/>
                                          </p:val>
                                        </p:tav>
                                      </p:tavLst>
                                    </p:anim>
                                    <p:anim calcmode="lin" valueType="num">
                                      <p:cBhvr>
                                        <p:cTn id="42" dur="97" accel="100000" fill="hold">
                                          <p:stCondLst>
                                            <p:cond delay="897"/>
                                          </p:stCondLst>
                                        </p:cTn>
                                        <p:tgtEl>
                                          <p:spTgt spid="288771">
                                            <p:txEl>
                                              <p:pRg st="3" end="3"/>
                                            </p:txEl>
                                          </p:spTgt>
                                        </p:tgtEl>
                                        <p:attrNameLst>
                                          <p:attrName>ppt_y</p:attrName>
                                        </p:attrNameLst>
                                      </p:cBhvr>
                                      <p:tavLst>
                                        <p:tav tm="0">
                                          <p:val>
                                            <p:strVal val="#ppt_y-.03"/>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5" presetID="37" presetClass="entr" presetSubtype="0" fill="hold" grpId="0" nodeType="clickEffect">
                                  <p:stCondLst>
                                    <p:cond delay="0"/>
                                  </p:stCondLst>
                                  <p:childTnLst>
                                    <p:set>
                                      <p:cBhvr>
                                        <p:cTn id="46" dur="indefinite" fill="hold">
                                          <p:stCondLst>
                                            <p:cond delay="0"/>
                                          </p:stCondLst>
                                        </p:cTn>
                                        <p:tgtEl>
                                          <p:spTgt spid="288771">
                                            <p:txEl>
                                              <p:pRg st="4" end="4"/>
                                            </p:txEl>
                                          </p:spTgt>
                                        </p:tgtEl>
                                        <p:attrNameLst>
                                          <p:attrName>style.visibility</p:attrName>
                                        </p:attrNameLst>
                                      </p:cBhvr>
                                      <p:to>
                                        <p:strVal val="visible"/>
                                      </p:to>
                                    </p:set>
                                    <p:animEffect transition="in" filter="fade">
                                      <p:cBhvr>
                                        <p:cTn id="47" dur="1000"/>
                                        <p:tgtEl>
                                          <p:spTgt spid="288771">
                                            <p:txEl>
                                              <p:pRg st="4" end="4"/>
                                            </p:txEl>
                                          </p:spTgt>
                                        </p:tgtEl>
                                      </p:cBhvr>
                                    </p:animEffect>
                                    <p:anim calcmode="lin" valueType="num">
                                      <p:cBhvr>
                                        <p:cTn id="48" dur="1000" fill="hold"/>
                                        <p:tgtEl>
                                          <p:spTgt spid="288771">
                                            <p:txEl>
                                              <p:pRg st="4" end="4"/>
                                            </p:txEl>
                                          </p:spTgt>
                                        </p:tgtEl>
                                        <p:attrNameLst>
                                          <p:attrName>ppt_x</p:attrName>
                                        </p:attrNameLst>
                                      </p:cBhvr>
                                      <p:tavLst>
                                        <p:tav tm="0">
                                          <p:val>
                                            <p:strVal val="#ppt_x"/>
                                          </p:val>
                                        </p:tav>
                                        <p:tav tm="100000">
                                          <p:val>
                                            <p:strVal val="#ppt_x"/>
                                          </p:val>
                                        </p:tav>
                                      </p:tavLst>
                                    </p:anim>
                                    <p:anim calcmode="lin" valueType="num">
                                      <p:cBhvr>
                                        <p:cTn id="49" dur="897" decel="100000" fill="hold"/>
                                        <p:tgtEl>
                                          <p:spTgt spid="288771">
                                            <p:txEl>
                                              <p:pRg st="4" end="4"/>
                                            </p:txEl>
                                          </p:spTgt>
                                        </p:tgtEl>
                                        <p:attrNameLst>
                                          <p:attrName>ppt_y</p:attrName>
                                        </p:attrNameLst>
                                      </p:cBhvr>
                                      <p:tavLst>
                                        <p:tav tm="0">
                                          <p:val>
                                            <p:strVal val="#ppt_y+1"/>
                                          </p:val>
                                        </p:tav>
                                        <p:tav tm="100000">
                                          <p:val>
                                            <p:strVal val="#ppt_y-.03"/>
                                          </p:val>
                                        </p:tav>
                                      </p:tavLst>
                                    </p:anim>
                                    <p:anim calcmode="lin" valueType="num">
                                      <p:cBhvr>
                                        <p:cTn id="50" dur="97" accel="100000" fill="hold">
                                          <p:stCondLst>
                                            <p:cond delay="897"/>
                                          </p:stCondLst>
                                        </p:cTn>
                                        <p:tgtEl>
                                          <p:spTgt spid="288771">
                                            <p:txEl>
                                              <p:pRg st="4" end="4"/>
                                            </p:txEl>
                                          </p:spTgt>
                                        </p:tgtEl>
                                        <p:attrNameLst>
                                          <p:attrName>ppt_y</p:attrName>
                                        </p:attrNameLst>
                                      </p:cBhvr>
                                      <p:tavLst>
                                        <p:tav tm="0">
                                          <p:val>
                                            <p:strVal val="#ppt_y-.03"/>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37" presetClass="entr" presetSubtype="0" fill="hold" grpId="0" nodeType="clickEffect">
                                  <p:stCondLst>
                                    <p:cond delay="0"/>
                                  </p:stCondLst>
                                  <p:childTnLst>
                                    <p:set>
                                      <p:cBhvr>
                                        <p:cTn id="54" dur="indefinite" fill="hold">
                                          <p:stCondLst>
                                            <p:cond delay="0"/>
                                          </p:stCondLst>
                                        </p:cTn>
                                        <p:tgtEl>
                                          <p:spTgt spid="288771">
                                            <p:txEl>
                                              <p:pRg st="5" end="5"/>
                                            </p:txEl>
                                          </p:spTgt>
                                        </p:tgtEl>
                                        <p:attrNameLst>
                                          <p:attrName>style.visibility</p:attrName>
                                        </p:attrNameLst>
                                      </p:cBhvr>
                                      <p:to>
                                        <p:strVal val="visible"/>
                                      </p:to>
                                    </p:set>
                                    <p:animEffect transition="in" filter="fade">
                                      <p:cBhvr>
                                        <p:cTn id="55" dur="1000"/>
                                        <p:tgtEl>
                                          <p:spTgt spid="288771">
                                            <p:txEl>
                                              <p:pRg st="5" end="5"/>
                                            </p:txEl>
                                          </p:spTgt>
                                        </p:tgtEl>
                                      </p:cBhvr>
                                    </p:animEffect>
                                    <p:anim calcmode="lin" valueType="num">
                                      <p:cBhvr>
                                        <p:cTn id="56" dur="1000" fill="hold"/>
                                        <p:tgtEl>
                                          <p:spTgt spid="288771">
                                            <p:txEl>
                                              <p:pRg st="5" end="5"/>
                                            </p:txEl>
                                          </p:spTgt>
                                        </p:tgtEl>
                                        <p:attrNameLst>
                                          <p:attrName>ppt_x</p:attrName>
                                        </p:attrNameLst>
                                      </p:cBhvr>
                                      <p:tavLst>
                                        <p:tav tm="0">
                                          <p:val>
                                            <p:strVal val="#ppt_x"/>
                                          </p:val>
                                        </p:tav>
                                        <p:tav tm="100000">
                                          <p:val>
                                            <p:strVal val="#ppt_x"/>
                                          </p:val>
                                        </p:tav>
                                      </p:tavLst>
                                    </p:anim>
                                    <p:anim calcmode="lin" valueType="num">
                                      <p:cBhvr>
                                        <p:cTn id="57" dur="897" decel="100000" fill="hold"/>
                                        <p:tgtEl>
                                          <p:spTgt spid="288771">
                                            <p:txEl>
                                              <p:pRg st="5" end="5"/>
                                            </p:txEl>
                                          </p:spTgt>
                                        </p:tgtEl>
                                        <p:attrNameLst>
                                          <p:attrName>ppt_y</p:attrName>
                                        </p:attrNameLst>
                                      </p:cBhvr>
                                      <p:tavLst>
                                        <p:tav tm="0">
                                          <p:val>
                                            <p:strVal val="#ppt_y+1"/>
                                          </p:val>
                                        </p:tav>
                                        <p:tav tm="100000">
                                          <p:val>
                                            <p:strVal val="#ppt_y-.03"/>
                                          </p:val>
                                        </p:tav>
                                      </p:tavLst>
                                    </p:anim>
                                    <p:anim calcmode="lin" valueType="num">
                                      <p:cBhvr>
                                        <p:cTn id="58" dur="97" accel="100000" fill="hold">
                                          <p:stCondLst>
                                            <p:cond delay="897"/>
                                          </p:stCondLst>
                                        </p:cTn>
                                        <p:tgtEl>
                                          <p:spTgt spid="288771">
                                            <p:txEl>
                                              <p:pRg st="5" end="5"/>
                                            </p:txEl>
                                          </p:spTgt>
                                        </p:tgtEl>
                                        <p:attrNameLst>
                                          <p:attrName>ppt_y</p:attrName>
                                        </p:attrNameLst>
                                      </p:cBhvr>
                                      <p:tavLst>
                                        <p:tav tm="0">
                                          <p:val>
                                            <p:strVal val="#ppt_y-.03"/>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8770" grpId="0"/>
      <p:bldP spid="288771"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9794" name="Rectangle 2"/>
          <p:cNvSpPr>
            <a:spLocks noGrp="1"/>
          </p:cNvSpPr>
          <p:nvPr>
            <p:ph type="title"/>
          </p:nvPr>
        </p:nvSpPr>
        <p:spPr>
          <a:noFill/>
          <a:ln w="9525">
            <a:noFill/>
          </a:ln>
        </p:spPr>
        <p:txBody>
          <a:bodyPr vert="horz" wrap="square" lIns="91440" tIns="45720" rIns="91440" bIns="45720" rtlCol="0" anchor="ctr" anchorCtr="0">
            <a:normAutofit/>
          </a:bodyPr>
          <a:lstStyle/>
          <a:p>
            <a:pPr lvl="0" algn="l" eaLnBrk="1" hangingPunct="1">
              <a:buClrTx/>
              <a:buSzTx/>
              <a:buFontTx/>
            </a:pPr>
            <a:r>
              <a:rPr lang="zh-CN" altLang="en-US" dirty="0">
                <a:sym typeface="+mn-ea"/>
              </a:rPr>
              <a:t>相互关联的数据的集合</a:t>
            </a:r>
          </a:p>
        </p:txBody>
      </p:sp>
      <p:sp>
        <p:nvSpPr>
          <p:cNvPr id="289795" name="Rectangle 3"/>
          <p:cNvSpPr>
            <a:spLocks noGrp="1"/>
          </p:cNvSpPr>
          <p:nvPr>
            <p:ph idx="1"/>
          </p:nvPr>
        </p:nvSpPr>
        <p:spPr/>
        <p:txBody>
          <a:bodyPr vert="horz" wrap="square" lIns="91440" tIns="45720" rIns="91440" bIns="45720" anchor="t" anchorCtr="0"/>
          <a:lstStyle/>
          <a:p>
            <a:pPr eaLnBrk="1" hangingPunct="1"/>
            <a:r>
              <a:rPr lang="zh-CN" altLang="en-US" sz="3400" b="0" dirty="0">
                <a:solidFill>
                  <a:srgbClr val="000000"/>
                </a:solidFill>
              </a:rPr>
              <a:t>数据库中的数据不是孤立的，数据与数据之间是相互关联的。也就是说，在数据库中不仅要能够表示数据本身，还要能够表示数据与数据之间的联系。</a:t>
            </a:r>
          </a:p>
        </p:txBody>
      </p:sp>
      <p:grpSp>
        <p:nvGrpSpPr>
          <p:cNvPr id="2" name="Group 4"/>
          <p:cNvGrpSpPr/>
          <p:nvPr/>
        </p:nvGrpSpPr>
        <p:grpSpPr>
          <a:xfrm>
            <a:off x="7235825" y="3581400"/>
            <a:ext cx="1143000" cy="1143000"/>
            <a:chOff x="4320" y="192"/>
            <a:chExt cx="720" cy="720"/>
          </a:xfrm>
        </p:grpSpPr>
        <p:graphicFrame>
          <p:nvGraphicFramePr>
            <p:cNvPr id="12292" name="Object 5"/>
            <p:cNvGraphicFramePr/>
            <p:nvPr/>
          </p:nvGraphicFramePr>
          <p:xfrm>
            <a:off x="4320" y="432"/>
            <a:ext cx="594" cy="480"/>
          </p:xfrm>
          <a:graphic>
            <a:graphicData uri="http://schemas.openxmlformats.org/presentationml/2006/ole">
              <mc:AlternateContent xmlns:mc="http://schemas.openxmlformats.org/markup-compatibility/2006">
                <mc:Choice xmlns:v="urn:schemas-microsoft-com:vml" Requires="v">
                  <p:oleObj spid="_x0000_s3126" r:id="rId3" imgW="942975" imgH="762000" progId="MS_ClipArt_Gallery.2">
                    <p:embed/>
                  </p:oleObj>
                </mc:Choice>
                <mc:Fallback>
                  <p:oleObj r:id="rId3" imgW="942975" imgH="762000" progId="MS_ClipArt_Gallery.2">
                    <p:embed/>
                    <p:pic>
                      <p:nvPicPr>
                        <p:cNvPr id="0" name="图片 3076"/>
                        <p:cNvPicPr/>
                        <p:nvPr/>
                      </p:nvPicPr>
                      <p:blipFill>
                        <a:blip r:embed="rId4"/>
                        <a:stretch>
                          <a:fillRect/>
                        </a:stretch>
                      </p:blipFill>
                      <p:spPr>
                        <a:xfrm>
                          <a:off x="4320" y="432"/>
                          <a:ext cx="594" cy="480"/>
                        </a:xfrm>
                        <a:prstGeom prst="rect">
                          <a:avLst/>
                        </a:prstGeom>
                        <a:noFill/>
                        <a:ln w="38100">
                          <a:noFill/>
                          <a:miter/>
                        </a:ln>
                      </p:spPr>
                    </p:pic>
                  </p:oleObj>
                </mc:Fallback>
              </mc:AlternateContent>
            </a:graphicData>
          </a:graphic>
        </p:graphicFrame>
        <p:sp>
          <p:nvSpPr>
            <p:cNvPr id="12293" name="WordArt 6"/>
            <p:cNvSpPr>
              <a:spLocks noTextEdit="1"/>
            </p:cNvSpPr>
            <p:nvPr/>
          </p:nvSpPr>
          <p:spPr>
            <a:xfrm>
              <a:off x="4752" y="192"/>
              <a:ext cx="288" cy="432"/>
            </a:xfrm>
            <a:prstGeom prst="rect">
              <a:avLst/>
            </a:prstGeom>
          </p:spPr>
          <p:txBody>
            <a:bodyPr wrap="none" fromWordArt="1">
              <a:prstTxWarp prst="textSlantUp">
                <a:avLst>
                  <a:gd name="adj" fmla="val 42593"/>
                </a:avLst>
              </a:prstTxWarp>
              <a:normAutofit/>
            </a:bodyPr>
            <a:lstStyle/>
            <a:p>
              <a:pPr algn="ctr"/>
              <a:r>
                <a:rPr lang="zh-CN" altLang="en-US" sz="3600">
                  <a:ln w="9525" cap="flat" cmpd="sng">
                    <a:solidFill>
                      <a:srgbClr val="000000"/>
                    </a:solidFill>
                    <a:prstDash val="solid"/>
                    <a:round/>
                    <a:headEnd type="none" w="med" len="med"/>
                    <a:tailEnd type="none" w="med" len="med"/>
                  </a:ln>
                  <a:solidFill>
                    <a:srgbClr val="000000"/>
                  </a:solidFill>
                  <a:latin typeface="宋体" panose="02010600030101010101" pitchFamily="2" charset="-122"/>
                  <a:ea typeface="宋体" panose="02010600030101010101" pitchFamily="2" charset="-122"/>
                </a:rPr>
                <a:t>学生</a:t>
              </a:r>
            </a:p>
          </p:txBody>
        </p:sp>
      </p:grpSp>
      <p:grpSp>
        <p:nvGrpSpPr>
          <p:cNvPr id="3" name="Group 7"/>
          <p:cNvGrpSpPr/>
          <p:nvPr/>
        </p:nvGrpSpPr>
        <p:grpSpPr>
          <a:xfrm>
            <a:off x="685800" y="5210175"/>
            <a:ext cx="1066800" cy="885825"/>
            <a:chOff x="432" y="2784"/>
            <a:chExt cx="816" cy="606"/>
          </a:xfrm>
        </p:grpSpPr>
        <p:graphicFrame>
          <p:nvGraphicFramePr>
            <p:cNvPr id="12295" name="Object 8"/>
            <p:cNvGraphicFramePr/>
            <p:nvPr/>
          </p:nvGraphicFramePr>
          <p:xfrm>
            <a:off x="432" y="2784"/>
            <a:ext cx="540" cy="606"/>
          </p:xfrm>
          <a:graphic>
            <a:graphicData uri="http://schemas.openxmlformats.org/presentationml/2006/ole">
              <mc:AlternateContent xmlns:mc="http://schemas.openxmlformats.org/markup-compatibility/2006">
                <mc:Choice xmlns:v="urn:schemas-microsoft-com:vml" Requires="v">
                  <p:oleObj spid="_x0000_s3127" r:id="rId5" imgW="857250" imgH="962025" progId="MS_ClipArt_Gallery.2">
                    <p:embed/>
                  </p:oleObj>
                </mc:Choice>
                <mc:Fallback>
                  <p:oleObj r:id="rId5" imgW="857250" imgH="962025" progId="MS_ClipArt_Gallery.2">
                    <p:embed/>
                    <p:pic>
                      <p:nvPicPr>
                        <p:cNvPr id="0" name="图片 3075"/>
                        <p:cNvPicPr/>
                        <p:nvPr/>
                      </p:nvPicPr>
                      <p:blipFill>
                        <a:blip r:embed="rId6"/>
                        <a:stretch>
                          <a:fillRect/>
                        </a:stretch>
                      </p:blipFill>
                      <p:spPr>
                        <a:xfrm>
                          <a:off x="432" y="2784"/>
                          <a:ext cx="540" cy="606"/>
                        </a:xfrm>
                        <a:prstGeom prst="rect">
                          <a:avLst/>
                        </a:prstGeom>
                        <a:noFill/>
                        <a:ln w="38100">
                          <a:noFill/>
                          <a:miter/>
                        </a:ln>
                      </p:spPr>
                    </p:pic>
                  </p:oleObj>
                </mc:Fallback>
              </mc:AlternateContent>
            </a:graphicData>
          </a:graphic>
        </p:graphicFrame>
        <p:sp>
          <p:nvSpPr>
            <p:cNvPr id="12296" name="WordArt 9"/>
            <p:cNvSpPr>
              <a:spLocks noTextEdit="1"/>
            </p:cNvSpPr>
            <p:nvPr/>
          </p:nvSpPr>
          <p:spPr>
            <a:xfrm>
              <a:off x="960" y="2832"/>
              <a:ext cx="288" cy="480"/>
            </a:xfrm>
            <a:prstGeom prst="rect">
              <a:avLst/>
            </a:prstGeom>
          </p:spPr>
          <p:txBody>
            <a:bodyPr wrap="none" fromWordArt="1">
              <a:prstTxWarp prst="textSlantUp">
                <a:avLst>
                  <a:gd name="adj" fmla="val 18958"/>
                </a:avLst>
              </a:prstTxWarp>
              <a:normAutofit/>
            </a:bodyPr>
            <a:lstStyle/>
            <a:p>
              <a:pPr algn="ctr"/>
              <a:r>
                <a:rPr lang="zh-CN" altLang="en-US" sz="3600">
                  <a:ln w="9525" cap="flat" cmpd="sng">
                    <a:solidFill>
                      <a:srgbClr val="000000"/>
                    </a:solidFill>
                    <a:prstDash val="solid"/>
                    <a:round/>
                    <a:headEnd type="none" w="med" len="med"/>
                    <a:tailEnd type="none" w="med" len="med"/>
                  </a:ln>
                  <a:solidFill>
                    <a:srgbClr val="000000"/>
                  </a:solidFill>
                  <a:latin typeface="宋体" panose="02010600030101010101" pitchFamily="2" charset="-122"/>
                  <a:ea typeface="宋体" panose="02010600030101010101" pitchFamily="2" charset="-122"/>
                </a:rPr>
                <a:t>课程</a:t>
              </a:r>
            </a:p>
          </p:txBody>
        </p:sp>
      </p:grpSp>
      <p:sp>
        <p:nvSpPr>
          <p:cNvPr id="289803" name="Line 11"/>
          <p:cNvSpPr/>
          <p:nvPr/>
        </p:nvSpPr>
        <p:spPr>
          <a:xfrm flipH="1">
            <a:off x="1979613" y="4365625"/>
            <a:ext cx="5184775" cy="1047750"/>
          </a:xfrm>
          <a:prstGeom prst="line">
            <a:avLst/>
          </a:prstGeom>
          <a:ln w="101600" cap="flat" cmpd="tri">
            <a:solidFill>
              <a:srgbClr val="FF0000"/>
            </a:solidFill>
            <a:prstDash val="solid"/>
            <a:round/>
            <a:headEnd type="none" w="med" len="med"/>
            <a:tailEnd type="none" w="med" len="med"/>
          </a:ln>
        </p:spPr>
        <p:txBody>
          <a:bodyPr/>
          <a:lstStyle/>
          <a:p>
            <a:endParaRPr lang="zh-CN" altLang="en-US"/>
          </a:p>
        </p:txBody>
      </p:sp>
      <p:sp>
        <p:nvSpPr>
          <p:cNvPr id="289805" name="Line 13"/>
          <p:cNvSpPr/>
          <p:nvPr/>
        </p:nvSpPr>
        <p:spPr>
          <a:xfrm flipH="1" flipV="1">
            <a:off x="5292725" y="4941888"/>
            <a:ext cx="574675" cy="503237"/>
          </a:xfrm>
          <a:prstGeom prst="line">
            <a:avLst/>
          </a:prstGeom>
          <a:ln w="76200" cap="flat" cmpd="tri">
            <a:solidFill>
              <a:schemeClr val="accent1"/>
            </a:solidFill>
            <a:prstDash val="solid"/>
            <a:round/>
            <a:headEnd type="none" w="med" len="med"/>
            <a:tailEnd type="triangle" w="med" len="med"/>
          </a:ln>
        </p:spPr>
        <p:txBody>
          <a:bodyPr/>
          <a:lstStyle/>
          <a:p>
            <a:endParaRPr lang="zh-CN" altLang="en-US"/>
          </a:p>
        </p:txBody>
      </p:sp>
      <p:sp>
        <p:nvSpPr>
          <p:cNvPr id="1034" name="WordArt 14"/>
          <p:cNvSpPr>
            <a:spLocks noTextEdit="1"/>
          </p:cNvSpPr>
          <p:nvPr/>
        </p:nvSpPr>
        <p:spPr>
          <a:xfrm>
            <a:off x="3886200" y="5591175"/>
            <a:ext cx="4210050" cy="349250"/>
          </a:xfrm>
          <a:prstGeom prst="rect">
            <a:avLst/>
          </a:prstGeom>
        </p:spPr>
        <p:txBody>
          <a:bodyPr wrap="none" fromWordArt="1">
            <a:prstTxWarp prst="textPlain">
              <a:avLst>
                <a:gd name="adj" fmla="val 50000"/>
              </a:avLst>
            </a:prstTxWarp>
            <a:normAutofit fontScale="55000" lnSpcReduction="20000"/>
          </a:bodyPr>
          <a:lstStyle/>
          <a:p>
            <a:pPr algn="ctr"/>
            <a:r>
              <a:rPr lang="zh-CN" altLang="en-US" sz="3600">
                <a:ln w="12700" cap="flat" cmpd="sng">
                  <a:solidFill>
                    <a:srgbClr val="3333CC"/>
                  </a:solidFill>
                  <a:prstDash val="solid"/>
                  <a:round/>
                  <a:headEnd type="none" w="med" len="med"/>
                  <a:tailEnd type="none" w="med" len="med"/>
                </a:ln>
                <a:solidFill>
                  <a:srgbClr val="B2B2B2">
                    <a:alpha val="50195"/>
                  </a:srgbClr>
                </a:solidFill>
                <a:effectLst>
                  <a:outerShdw dist="45791" dir="2021404" algn="ctr" rotWithShape="0">
                    <a:srgbClr val="9999FF"/>
                  </a:outerShdw>
                </a:effectLst>
                <a:latin typeface="宋体" panose="02010600030101010101" pitchFamily="2" charset="-122"/>
                <a:ea typeface="宋体" panose="02010600030101010101" pitchFamily="2" charset="-122"/>
              </a:rPr>
              <a:t>学生与课程之间的联系</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4" presetClass="entr" presetSubtype="10" fill="hold" grpId="0" nodeType="withEffect">
                                  <p:stCondLst>
                                    <p:cond delay="0"/>
                                  </p:stCondLst>
                                  <p:childTnLst>
                                    <p:set>
                                      <p:cBhvr>
                                        <p:cTn id="6" dur="1" fill="hold">
                                          <p:stCondLst>
                                            <p:cond delay="0"/>
                                          </p:stCondLst>
                                        </p:cTn>
                                        <p:tgtEl>
                                          <p:spTgt spid="289794"/>
                                        </p:tgtEl>
                                        <p:attrNameLst>
                                          <p:attrName>style.visibility</p:attrName>
                                        </p:attrNameLst>
                                      </p:cBhvr>
                                      <p:to>
                                        <p:strVal val="visible"/>
                                      </p:to>
                                    </p:set>
                                    <p:animEffect transition="in" filter="randombar(horizontal)">
                                      <p:cBhvr>
                                        <p:cTn id="7" dur="600">
                                          <p:stCondLst>
                                            <p:cond delay="0"/>
                                          </p:stCondLst>
                                        </p:cTn>
                                        <p:tgtEl>
                                          <p:spTgt spid="289794"/>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grpId="0" nodeType="clickEffect">
                                  <p:stCondLst>
                                    <p:cond delay="0"/>
                                  </p:stCondLst>
                                  <p:childTnLst>
                                    <p:set>
                                      <p:cBhvr>
                                        <p:cTn id="11" dur="1" fill="hold">
                                          <p:stCondLst>
                                            <p:cond delay="0"/>
                                          </p:stCondLst>
                                        </p:cTn>
                                        <p:tgtEl>
                                          <p:spTgt spid="289795">
                                            <p:txEl>
                                              <p:pRg st="0" end="0"/>
                                            </p:txEl>
                                          </p:spTgt>
                                        </p:tgtEl>
                                        <p:attrNameLst>
                                          <p:attrName>style.visibility</p:attrName>
                                        </p:attrNameLst>
                                      </p:cBhvr>
                                      <p:to>
                                        <p:strVal val="visible"/>
                                      </p:to>
                                    </p:set>
                                    <p:animEffect transition="in" filter="randombar(horizontal)">
                                      <p:cBhvr>
                                        <p:cTn id="12" dur="500"/>
                                        <p:tgtEl>
                                          <p:spTgt spid="289795">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499"/>
                                          </p:stCondLst>
                                        </p:cTn>
                                        <p:tgtEl>
                                          <p:spTgt spid="2"/>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499"/>
                                          </p:stCondLst>
                                        </p:cTn>
                                        <p:tgtEl>
                                          <p:spTgt spid="3"/>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7" presetClass="entr" presetSubtype="10" fill="hold" nodeType="clickEffect">
                                  <p:stCondLst>
                                    <p:cond delay="0"/>
                                  </p:stCondLst>
                                  <p:childTnLst>
                                    <p:set>
                                      <p:cBhvr>
                                        <p:cTn id="24" dur="1" fill="hold">
                                          <p:stCondLst>
                                            <p:cond delay="0"/>
                                          </p:stCondLst>
                                        </p:cTn>
                                        <p:tgtEl>
                                          <p:spTgt spid="289803"/>
                                        </p:tgtEl>
                                        <p:attrNameLst>
                                          <p:attrName>style.visibility</p:attrName>
                                        </p:attrNameLst>
                                      </p:cBhvr>
                                      <p:to>
                                        <p:strVal val="visible"/>
                                      </p:to>
                                    </p:set>
                                    <p:anim calcmode="lin" valueType="num">
                                      <p:cBhvr>
                                        <p:cTn id="25" dur="500" fill="hold"/>
                                        <p:tgtEl>
                                          <p:spTgt spid="289803"/>
                                        </p:tgtEl>
                                        <p:attrNameLst>
                                          <p:attrName>ppt_w</p:attrName>
                                        </p:attrNameLst>
                                      </p:cBhvr>
                                      <p:tavLst>
                                        <p:tav tm="0">
                                          <p:val>
                                            <p:fltVal val="0"/>
                                          </p:val>
                                        </p:tav>
                                        <p:tav tm="100000">
                                          <p:val>
                                            <p:strVal val="#ppt_w"/>
                                          </p:val>
                                        </p:tav>
                                      </p:tavLst>
                                    </p:anim>
                                    <p:anim calcmode="lin" valueType="num">
                                      <p:cBhvr>
                                        <p:cTn id="26" dur="500" fill="hold"/>
                                        <p:tgtEl>
                                          <p:spTgt spid="289803"/>
                                        </p:tgtEl>
                                        <p:attrNameLst>
                                          <p:attrName>ppt_h</p:attrName>
                                        </p:attrNameLst>
                                      </p:cBhvr>
                                      <p:tavLst>
                                        <p:tav tm="0">
                                          <p:val>
                                            <p:strVal val="#ppt_h"/>
                                          </p:val>
                                        </p:tav>
                                        <p:tav tm="100000">
                                          <p:val>
                                            <p:strVal val="#ppt_h"/>
                                          </p:val>
                                        </p:tav>
                                      </p:tavLst>
                                    </p:anim>
                                  </p:childTnLst>
                                </p:cTn>
                              </p:par>
                            </p:childTnLst>
                          </p:cTn>
                        </p:par>
                        <p:par>
                          <p:cTn id="27" fill="hold">
                            <p:stCondLst>
                              <p:cond delay="500"/>
                            </p:stCondLst>
                            <p:childTnLst>
                              <p:par>
                                <p:cTn id="28" presetID="17" presetClass="entr" presetSubtype="10" fill="hold" nodeType="afterEffect">
                                  <p:stCondLst>
                                    <p:cond delay="0"/>
                                  </p:stCondLst>
                                  <p:childTnLst>
                                    <p:set>
                                      <p:cBhvr>
                                        <p:cTn id="29" dur="1" fill="hold">
                                          <p:stCondLst>
                                            <p:cond delay="0"/>
                                          </p:stCondLst>
                                        </p:cTn>
                                        <p:tgtEl>
                                          <p:spTgt spid="289805"/>
                                        </p:tgtEl>
                                        <p:attrNameLst>
                                          <p:attrName>style.visibility</p:attrName>
                                        </p:attrNameLst>
                                      </p:cBhvr>
                                      <p:to>
                                        <p:strVal val="visible"/>
                                      </p:to>
                                    </p:set>
                                    <p:anim calcmode="lin" valueType="num">
                                      <p:cBhvr>
                                        <p:cTn id="30" dur="500" fill="hold"/>
                                        <p:tgtEl>
                                          <p:spTgt spid="289805"/>
                                        </p:tgtEl>
                                        <p:attrNameLst>
                                          <p:attrName>ppt_w</p:attrName>
                                        </p:attrNameLst>
                                      </p:cBhvr>
                                      <p:tavLst>
                                        <p:tav tm="0">
                                          <p:val>
                                            <p:fltVal val="0"/>
                                          </p:val>
                                        </p:tav>
                                        <p:tav tm="100000">
                                          <p:val>
                                            <p:strVal val="#ppt_w"/>
                                          </p:val>
                                        </p:tav>
                                      </p:tavLst>
                                    </p:anim>
                                    <p:anim calcmode="lin" valueType="num">
                                      <p:cBhvr>
                                        <p:cTn id="31" dur="500" fill="hold"/>
                                        <p:tgtEl>
                                          <p:spTgt spid="289805"/>
                                        </p:tgtEl>
                                        <p:attrNameLst>
                                          <p:attrName>ppt_h</p:attrName>
                                        </p:attrNameLst>
                                      </p:cBhvr>
                                      <p:tavLst>
                                        <p:tav tm="0">
                                          <p:val>
                                            <p:strVal val="#ppt_h"/>
                                          </p:val>
                                        </p:tav>
                                        <p:tav tm="100000">
                                          <p:val>
                                            <p:strVal val="#ppt_h"/>
                                          </p:val>
                                        </p:tav>
                                      </p:tavLst>
                                    </p:anim>
                                  </p:childTnLst>
                                </p:cTn>
                              </p:par>
                            </p:childTnLst>
                          </p:cTn>
                        </p:par>
                        <p:par>
                          <p:cTn id="32" fill="hold">
                            <p:stCondLst>
                              <p:cond delay="1000"/>
                            </p:stCondLst>
                            <p:childTnLst>
                              <p:par>
                                <p:cTn id="33" presetID="17" presetClass="entr" presetSubtype="10" fill="hold" nodeType="afterEffect">
                                  <p:stCondLst>
                                    <p:cond delay="0"/>
                                  </p:stCondLst>
                                  <p:childTnLst>
                                    <p:set>
                                      <p:cBhvr>
                                        <p:cTn id="34" dur="1" fill="hold">
                                          <p:stCondLst>
                                            <p:cond delay="0"/>
                                          </p:stCondLst>
                                        </p:cTn>
                                        <p:tgtEl>
                                          <p:spTgt spid="1034"/>
                                        </p:tgtEl>
                                        <p:attrNameLst>
                                          <p:attrName>style.visibility</p:attrName>
                                        </p:attrNameLst>
                                      </p:cBhvr>
                                      <p:to>
                                        <p:strVal val="visible"/>
                                      </p:to>
                                    </p:set>
                                    <p:anim calcmode="lin" valueType="num">
                                      <p:cBhvr>
                                        <p:cTn id="35" dur="500" fill="hold"/>
                                        <p:tgtEl>
                                          <p:spTgt spid="1034"/>
                                        </p:tgtEl>
                                        <p:attrNameLst>
                                          <p:attrName>ppt_w</p:attrName>
                                        </p:attrNameLst>
                                      </p:cBhvr>
                                      <p:tavLst>
                                        <p:tav tm="0">
                                          <p:val>
                                            <p:fltVal val="0"/>
                                          </p:val>
                                        </p:tav>
                                        <p:tav tm="100000">
                                          <p:val>
                                            <p:strVal val="#ppt_w"/>
                                          </p:val>
                                        </p:tav>
                                      </p:tavLst>
                                    </p:anim>
                                    <p:anim calcmode="lin" valueType="num">
                                      <p:cBhvr>
                                        <p:cTn id="36" dur="500" fill="hold"/>
                                        <p:tgtEl>
                                          <p:spTgt spid="1034"/>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9794" grpId="0"/>
      <p:bldP spid="289795"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0818" name="Rectangle 2"/>
          <p:cNvSpPr>
            <a:spLocks noGrp="1"/>
          </p:cNvSpPr>
          <p:nvPr>
            <p:ph type="title"/>
          </p:nvPr>
        </p:nvSpPr>
        <p:spPr>
          <a:noFill/>
          <a:ln w="9525">
            <a:noFill/>
          </a:ln>
        </p:spPr>
        <p:txBody>
          <a:bodyPr vert="horz" wrap="square" lIns="91440" tIns="45720" rIns="91440" bIns="45720" rtlCol="0" anchor="ctr" anchorCtr="0">
            <a:normAutofit/>
          </a:bodyPr>
          <a:lstStyle/>
          <a:p>
            <a:pPr lvl="0" algn="l" eaLnBrk="1" hangingPunct="1">
              <a:buClrTx/>
              <a:buSzTx/>
              <a:buFontTx/>
            </a:pPr>
            <a:r>
              <a:rPr lang="zh-CN" altLang="en-US" dirty="0">
                <a:sym typeface="+mn-ea"/>
              </a:rPr>
              <a:t>较少的数据冗余 </a:t>
            </a:r>
          </a:p>
        </p:txBody>
      </p:sp>
      <p:sp>
        <p:nvSpPr>
          <p:cNvPr id="290819" name="Rectangle 3"/>
          <p:cNvSpPr>
            <a:spLocks noGrp="1"/>
          </p:cNvSpPr>
          <p:nvPr>
            <p:ph idx="1"/>
          </p:nvPr>
        </p:nvSpPr>
        <p:spPr>
          <a:xfrm>
            <a:off x="457200" y="1295400"/>
            <a:ext cx="7931150" cy="4876800"/>
          </a:xfrm>
        </p:spPr>
        <p:txBody>
          <a:bodyPr vert="horz" wrap="square" lIns="91440" tIns="45720" rIns="91440" bIns="45720" anchor="t" anchorCtr="0"/>
          <a:lstStyle/>
          <a:p>
            <a:pPr indent="19050" eaLnBrk="1" hangingPunct="1">
              <a:buClr>
                <a:schemeClr val="bg1"/>
              </a:buClr>
              <a:buNone/>
            </a:pPr>
            <a:r>
              <a:rPr lang="zh-CN" altLang="en-US" sz="3400" b="0" dirty="0" smtClean="0">
                <a:solidFill>
                  <a:srgbClr val="000000"/>
                </a:solidFill>
                <a:cs typeface="等线" panose="02010600030101010101" charset="-122"/>
              </a:rPr>
              <a:t>数据库</a:t>
            </a:r>
            <a:r>
              <a:rPr lang="zh-CN" altLang="en-US" sz="3400" b="0" dirty="0">
                <a:solidFill>
                  <a:srgbClr val="000000"/>
                </a:solidFill>
                <a:cs typeface="等线" panose="02010600030101010101" charset="-122"/>
              </a:rPr>
              <a:t>中的数据被统一管理，合理组织，任何对数据的操作都由数据库管理系统</a:t>
            </a:r>
            <a:r>
              <a:rPr lang="en-US" altLang="zh-CN" sz="3400" b="0" dirty="0">
                <a:solidFill>
                  <a:srgbClr val="000000"/>
                </a:solidFill>
                <a:cs typeface="等线" panose="02010600030101010101" charset="-122"/>
              </a:rPr>
              <a:t>DBMS</a:t>
            </a:r>
            <a:r>
              <a:rPr lang="zh-CN" altLang="en-US" sz="3400" b="0" dirty="0">
                <a:solidFill>
                  <a:srgbClr val="000000"/>
                </a:solidFill>
                <a:cs typeface="等线" panose="02010600030101010101" charset="-122"/>
              </a:rPr>
              <a:t>完成。</a:t>
            </a:r>
          </a:p>
          <a:p>
            <a:pPr eaLnBrk="1" hangingPunct="1"/>
            <a:endParaRPr lang="zh-CN" altLang="en-US" sz="3400" b="0" dirty="0">
              <a:solidFill>
                <a:srgbClr val="000000"/>
              </a:solidFill>
              <a:cs typeface="等线" panose="02010600030101010101" charset="-122"/>
            </a:endParaRPr>
          </a:p>
        </p:txBody>
      </p:sp>
      <p:grpSp>
        <p:nvGrpSpPr>
          <p:cNvPr id="2" name="Group 4"/>
          <p:cNvGrpSpPr/>
          <p:nvPr/>
        </p:nvGrpSpPr>
        <p:grpSpPr>
          <a:xfrm>
            <a:off x="2508250" y="3371850"/>
            <a:ext cx="4800600" cy="2362200"/>
            <a:chOff x="1632" y="2304"/>
            <a:chExt cx="3024" cy="1488"/>
          </a:xfrm>
        </p:grpSpPr>
        <p:sp>
          <p:nvSpPr>
            <p:cNvPr id="13316" name="AutoShape 5"/>
            <p:cNvSpPr/>
            <p:nvPr/>
          </p:nvSpPr>
          <p:spPr>
            <a:xfrm>
              <a:off x="4032" y="2544"/>
              <a:ext cx="624" cy="624"/>
            </a:xfrm>
            <a:prstGeom prst="flowChartMagneticDisk">
              <a:avLst/>
            </a:prstGeom>
            <a:solidFill>
              <a:schemeClr val="accent1"/>
            </a:solidFill>
            <a:ln w="9525" cap="flat" cmpd="sng">
              <a:solidFill>
                <a:schemeClr val="tx1"/>
              </a:solidFill>
              <a:prstDash val="solid"/>
              <a:round/>
              <a:headEnd type="none" w="med" len="med"/>
              <a:tailEnd type="none" w="med" len="med"/>
            </a:ln>
          </p:spPr>
          <p:txBody>
            <a:bodyPr wrap="none" anchor="ctr" anchorCtr="0"/>
            <a:lstStyle/>
            <a:p>
              <a:pPr algn="r"/>
              <a:r>
                <a:rPr lang="en-US" altLang="zh-CN" dirty="0">
                  <a:solidFill>
                    <a:schemeClr val="bg2"/>
                  </a:solidFill>
                  <a:latin typeface="Arial" panose="020B0604020202020204" pitchFamily="34" charset="0"/>
                  <a:ea typeface="Gulim" panose="020B0600000101010101" pitchFamily="34" charset="-127"/>
                </a:rPr>
                <a:t>DBMS</a:t>
              </a:r>
            </a:p>
          </p:txBody>
        </p:sp>
        <p:sp>
          <p:nvSpPr>
            <p:cNvPr id="13317" name="AutoShape 6"/>
            <p:cNvSpPr/>
            <p:nvPr/>
          </p:nvSpPr>
          <p:spPr>
            <a:xfrm>
              <a:off x="2976" y="2304"/>
              <a:ext cx="336" cy="1248"/>
            </a:xfrm>
            <a:prstGeom prst="roundRect">
              <a:avLst>
                <a:gd name="adj" fmla="val 16667"/>
              </a:avLst>
            </a:prstGeom>
            <a:solidFill>
              <a:srgbClr val="FFFFCC"/>
            </a:solidFill>
            <a:ln w="9525" cap="flat" cmpd="sng">
              <a:solidFill>
                <a:srgbClr val="FF0000"/>
              </a:solidFill>
              <a:prstDash val="solid"/>
              <a:round/>
              <a:headEnd type="none" w="med" len="med"/>
              <a:tailEnd type="none" w="med" len="med"/>
            </a:ln>
          </p:spPr>
          <p:txBody>
            <a:bodyPr wrap="none" anchor="ctr" anchorCtr="0"/>
            <a:lstStyle/>
            <a:p>
              <a:pPr algn="ctr" eaLnBrk="0" hangingPunct="0"/>
              <a:r>
                <a:rPr lang="en-US" altLang="zh-CN" sz="2400" dirty="0">
                  <a:latin typeface="Times New Roman" panose="02020603050405020304" pitchFamily="18" charset="0"/>
                  <a:ea typeface="宋体" panose="02010600030101010101" pitchFamily="2" charset="-122"/>
                </a:rPr>
                <a:t>D</a:t>
              </a:r>
            </a:p>
            <a:p>
              <a:pPr algn="ctr" eaLnBrk="0" hangingPunct="0"/>
              <a:r>
                <a:rPr lang="en-US" altLang="zh-CN" sz="2400" dirty="0">
                  <a:latin typeface="Times New Roman" panose="02020603050405020304" pitchFamily="18" charset="0"/>
                  <a:ea typeface="宋体" panose="02010600030101010101" pitchFamily="2" charset="-122"/>
                </a:rPr>
                <a:t>B</a:t>
              </a:r>
            </a:p>
            <a:p>
              <a:pPr algn="ctr" eaLnBrk="0" hangingPunct="0"/>
              <a:r>
                <a:rPr lang="en-US" altLang="zh-CN" sz="2400" dirty="0">
                  <a:latin typeface="Times New Roman" panose="02020603050405020304" pitchFamily="18" charset="0"/>
                  <a:ea typeface="宋体" panose="02010600030101010101" pitchFamily="2" charset="-122"/>
                </a:rPr>
                <a:t>M</a:t>
              </a:r>
            </a:p>
            <a:p>
              <a:pPr algn="ctr" eaLnBrk="0" hangingPunct="0"/>
              <a:r>
                <a:rPr lang="en-US" altLang="zh-CN" sz="2400" dirty="0">
                  <a:latin typeface="Times New Roman" panose="02020603050405020304" pitchFamily="18" charset="0"/>
                  <a:ea typeface="宋体" panose="02010600030101010101" pitchFamily="2" charset="-122"/>
                </a:rPr>
                <a:t>S</a:t>
              </a:r>
            </a:p>
          </p:txBody>
        </p:sp>
        <p:pic>
          <p:nvPicPr>
            <p:cNvPr id="13318" name="Picture 7" descr="BD07153_"/>
            <p:cNvPicPr>
              <a:picLocks noChangeAspect="1"/>
            </p:cNvPicPr>
            <p:nvPr/>
          </p:nvPicPr>
          <p:blipFill>
            <a:blip r:embed="rId2"/>
            <a:stretch>
              <a:fillRect/>
            </a:stretch>
          </p:blipFill>
          <p:spPr>
            <a:xfrm>
              <a:off x="1728" y="3072"/>
              <a:ext cx="658" cy="720"/>
            </a:xfrm>
            <a:prstGeom prst="rect">
              <a:avLst/>
            </a:prstGeom>
            <a:noFill/>
            <a:ln w="9525">
              <a:noFill/>
            </a:ln>
          </p:spPr>
        </p:pic>
        <p:pic>
          <p:nvPicPr>
            <p:cNvPr id="13319" name="Picture 8" descr="BS02064_"/>
            <p:cNvPicPr>
              <a:picLocks noChangeAspect="1"/>
            </p:cNvPicPr>
            <p:nvPr/>
          </p:nvPicPr>
          <p:blipFill>
            <a:blip r:embed="rId3"/>
            <a:stretch>
              <a:fillRect/>
            </a:stretch>
          </p:blipFill>
          <p:spPr>
            <a:xfrm>
              <a:off x="1632" y="2304"/>
              <a:ext cx="652" cy="649"/>
            </a:xfrm>
            <a:prstGeom prst="rect">
              <a:avLst/>
            </a:prstGeom>
            <a:noFill/>
            <a:ln w="9525">
              <a:noFill/>
            </a:ln>
          </p:spPr>
        </p:pic>
        <p:sp>
          <p:nvSpPr>
            <p:cNvPr id="13320" name="Line 9"/>
            <p:cNvSpPr/>
            <p:nvPr/>
          </p:nvSpPr>
          <p:spPr>
            <a:xfrm>
              <a:off x="2304" y="2544"/>
              <a:ext cx="672" cy="144"/>
            </a:xfrm>
            <a:prstGeom prst="line">
              <a:avLst/>
            </a:prstGeom>
            <a:ln w="28575" cap="flat" cmpd="sng">
              <a:solidFill>
                <a:srgbClr val="0000FF"/>
              </a:solidFill>
              <a:prstDash val="solid"/>
              <a:round/>
              <a:headEnd type="none" w="med" len="med"/>
              <a:tailEnd type="triangle" w="med" len="med"/>
            </a:ln>
          </p:spPr>
          <p:txBody>
            <a:bodyPr/>
            <a:lstStyle/>
            <a:p>
              <a:endParaRPr lang="zh-CN" altLang="en-US"/>
            </a:p>
          </p:txBody>
        </p:sp>
        <p:sp>
          <p:nvSpPr>
            <p:cNvPr id="13321" name="Line 10"/>
            <p:cNvSpPr/>
            <p:nvPr/>
          </p:nvSpPr>
          <p:spPr>
            <a:xfrm flipV="1">
              <a:off x="2400" y="3168"/>
              <a:ext cx="576" cy="240"/>
            </a:xfrm>
            <a:prstGeom prst="line">
              <a:avLst/>
            </a:prstGeom>
            <a:ln w="28575" cap="flat" cmpd="sng">
              <a:solidFill>
                <a:srgbClr val="0000FF"/>
              </a:solidFill>
              <a:prstDash val="solid"/>
              <a:round/>
              <a:headEnd type="none" w="med" len="med"/>
              <a:tailEnd type="triangle" w="med" len="med"/>
            </a:ln>
          </p:spPr>
          <p:txBody>
            <a:bodyPr/>
            <a:lstStyle/>
            <a:p>
              <a:endParaRPr lang="zh-CN" altLang="en-US"/>
            </a:p>
          </p:txBody>
        </p:sp>
        <p:sp>
          <p:nvSpPr>
            <p:cNvPr id="13322" name="Line 11"/>
            <p:cNvSpPr/>
            <p:nvPr/>
          </p:nvSpPr>
          <p:spPr>
            <a:xfrm flipV="1">
              <a:off x="3312" y="2880"/>
              <a:ext cx="720" cy="0"/>
            </a:xfrm>
            <a:prstGeom prst="line">
              <a:avLst/>
            </a:prstGeom>
            <a:ln w="28575" cap="flat" cmpd="sng">
              <a:solidFill>
                <a:srgbClr val="33CCCC"/>
              </a:solidFill>
              <a:prstDash val="solid"/>
              <a:round/>
              <a:headEnd type="none" w="med" len="med"/>
              <a:tailEnd type="triangle" w="med" len="med"/>
            </a:ln>
          </p:spPr>
          <p:txBody>
            <a:bodyPr/>
            <a:lstStyle/>
            <a:p>
              <a:endParaRPr lang="zh-CN" altLang="en-US"/>
            </a:p>
          </p:txBody>
        </p:sp>
      </p:gr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4" presetClass="entr" presetSubtype="10" fill="hold" grpId="0" nodeType="withEffect">
                                  <p:stCondLst>
                                    <p:cond delay="0"/>
                                  </p:stCondLst>
                                  <p:childTnLst>
                                    <p:set>
                                      <p:cBhvr>
                                        <p:cTn id="6" dur="1" fill="hold">
                                          <p:stCondLst>
                                            <p:cond delay="0"/>
                                          </p:stCondLst>
                                        </p:cTn>
                                        <p:tgtEl>
                                          <p:spTgt spid="290818"/>
                                        </p:tgtEl>
                                        <p:attrNameLst>
                                          <p:attrName>style.visibility</p:attrName>
                                        </p:attrNameLst>
                                      </p:cBhvr>
                                      <p:to>
                                        <p:strVal val="visible"/>
                                      </p:to>
                                    </p:set>
                                    <p:animEffect transition="in" filter="randombar(horizontal)">
                                      <p:cBhvr>
                                        <p:cTn id="7" dur="600">
                                          <p:stCondLst>
                                            <p:cond delay="0"/>
                                          </p:stCondLst>
                                        </p:cTn>
                                        <p:tgtEl>
                                          <p:spTgt spid="290818"/>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grpId="0" nodeType="clickEffect">
                                  <p:stCondLst>
                                    <p:cond delay="0"/>
                                  </p:stCondLst>
                                  <p:childTnLst>
                                    <p:set>
                                      <p:cBhvr>
                                        <p:cTn id="11" dur="1" fill="hold">
                                          <p:stCondLst>
                                            <p:cond delay="0"/>
                                          </p:stCondLst>
                                        </p:cTn>
                                        <p:tgtEl>
                                          <p:spTgt spid="290819">
                                            <p:txEl>
                                              <p:pRg st="0" end="0"/>
                                            </p:txEl>
                                          </p:spTgt>
                                        </p:tgtEl>
                                        <p:attrNameLst>
                                          <p:attrName>style.visibility</p:attrName>
                                        </p:attrNameLst>
                                      </p:cBhvr>
                                      <p:to>
                                        <p:strVal val="visible"/>
                                      </p:to>
                                    </p:set>
                                    <p:animEffect transition="in" filter="randombar(horizontal)">
                                      <p:cBhvr>
                                        <p:cTn id="12" dur="500"/>
                                        <p:tgtEl>
                                          <p:spTgt spid="290819">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7" presetClass="entr" presetSubtype="10" fill="hold" nodeType="clickEffect">
                                  <p:stCondLst>
                                    <p:cond delay="0"/>
                                  </p:stCondLst>
                                  <p:childTnLst>
                                    <p:set>
                                      <p:cBhvr>
                                        <p:cTn id="16" dur="1" fill="hold">
                                          <p:stCondLst>
                                            <p:cond delay="0"/>
                                          </p:stCondLst>
                                        </p:cTn>
                                        <p:tgtEl>
                                          <p:spTgt spid="2"/>
                                        </p:tgtEl>
                                        <p:attrNameLst>
                                          <p:attrName>style.visibility</p:attrName>
                                        </p:attrNameLst>
                                      </p:cBhvr>
                                      <p:to>
                                        <p:strVal val="visible"/>
                                      </p:to>
                                    </p:set>
                                    <p:anim calcmode="lin" valueType="num">
                                      <p:cBhvr>
                                        <p:cTn id="17" dur="500" fill="hold"/>
                                        <p:tgtEl>
                                          <p:spTgt spid="2"/>
                                        </p:tgtEl>
                                        <p:attrNameLst>
                                          <p:attrName>ppt_w</p:attrName>
                                        </p:attrNameLst>
                                      </p:cBhvr>
                                      <p:tavLst>
                                        <p:tav tm="0">
                                          <p:val>
                                            <p:fltVal val="0"/>
                                          </p:val>
                                        </p:tav>
                                        <p:tav tm="100000">
                                          <p:val>
                                            <p:strVal val="#ppt_w"/>
                                          </p:val>
                                        </p:tav>
                                      </p:tavLst>
                                    </p:anim>
                                    <p:anim calcmode="lin" valueType="num">
                                      <p:cBhvr>
                                        <p:cTn id="18" dur="500" fill="hold"/>
                                        <p:tgtEl>
                                          <p:spTgt spid="2"/>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0818" grpId="0"/>
      <p:bldP spid="290819"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1842" name="Rectangle 2"/>
          <p:cNvSpPr>
            <a:spLocks noGrp="1"/>
          </p:cNvSpPr>
          <p:nvPr>
            <p:ph type="title"/>
          </p:nvPr>
        </p:nvSpPr>
        <p:spPr>
          <a:noFill/>
          <a:ln w="9525">
            <a:noFill/>
          </a:ln>
        </p:spPr>
        <p:txBody>
          <a:bodyPr vert="horz" wrap="square" lIns="91440" tIns="45720" rIns="91440" bIns="45720" rtlCol="0" anchor="ctr" anchorCtr="0">
            <a:normAutofit/>
          </a:bodyPr>
          <a:lstStyle/>
          <a:p>
            <a:pPr lvl="0" algn="l" eaLnBrk="1" hangingPunct="1">
              <a:buClrTx/>
              <a:buSzTx/>
              <a:buFontTx/>
            </a:pPr>
            <a:r>
              <a:rPr lang="zh-CN" altLang="en-US" dirty="0">
                <a:sym typeface="+mn-ea"/>
              </a:rPr>
              <a:t>数据具有较高的独立性</a:t>
            </a:r>
          </a:p>
        </p:txBody>
      </p:sp>
      <p:sp>
        <p:nvSpPr>
          <p:cNvPr id="291843" name="Rectangle 3"/>
          <p:cNvSpPr>
            <a:spLocks noGrp="1"/>
          </p:cNvSpPr>
          <p:nvPr>
            <p:ph idx="1"/>
          </p:nvPr>
        </p:nvSpPr>
        <p:spPr>
          <a:xfrm>
            <a:off x="603250" y="1700530"/>
            <a:ext cx="7552055" cy="2808590"/>
          </a:xfrm>
        </p:spPr>
        <p:txBody>
          <a:bodyPr vert="horz" wrap="square" lIns="91440" tIns="45720" rIns="91440" bIns="45720" anchor="t" anchorCtr="0"/>
          <a:lstStyle/>
          <a:p>
            <a:pPr eaLnBrk="1" hangingPunct="1">
              <a:lnSpc>
                <a:spcPct val="150000"/>
              </a:lnSpc>
              <a:spcBef>
                <a:spcPts val="1200"/>
              </a:spcBef>
            </a:pPr>
            <a:r>
              <a:rPr lang="zh-CN" altLang="en-US" sz="3600" b="0" dirty="0">
                <a:solidFill>
                  <a:srgbClr val="000000"/>
                </a:solidFill>
              </a:rPr>
              <a:t>数据独立性是指数据的组织和存储方法与应用程序互不依赖、彼此独立的特性。</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p:stCondLst>
                                    <p:cond delay="0"/>
                                  </p:stCondLst>
                                  <p:childTnLst>
                                    <p:set>
                                      <p:cBhvr>
                                        <p:cTn id="6" dur="1" fill="hold">
                                          <p:stCondLst>
                                            <p:cond delay="0"/>
                                          </p:stCondLst>
                                        </p:cTn>
                                        <p:tgtEl>
                                          <p:spTgt spid="291842"/>
                                        </p:tgtEl>
                                        <p:attrNameLst>
                                          <p:attrName>style.visibility</p:attrName>
                                        </p:attrNameLst>
                                      </p:cBhvr>
                                      <p:to>
                                        <p:strVal val="visible"/>
                                      </p:to>
                                    </p:set>
                                    <p:anim calcmode="lin" valueType="num">
                                      <p:cBhvr>
                                        <p:cTn id="7" dur="500" fill="hold"/>
                                        <p:tgtEl>
                                          <p:spTgt spid="291842"/>
                                        </p:tgtEl>
                                        <p:attrNameLst>
                                          <p:attrName>ppt_w</p:attrName>
                                        </p:attrNameLst>
                                      </p:cBhvr>
                                      <p:tavLst>
                                        <p:tav tm="0">
                                          <p:val>
                                            <p:fltVal val="0"/>
                                          </p:val>
                                        </p:tav>
                                        <p:tav tm="100000">
                                          <p:val>
                                            <p:strVal val="#ppt_w"/>
                                          </p:val>
                                        </p:tav>
                                      </p:tavLst>
                                    </p:anim>
                                    <p:anim calcmode="lin" valueType="num">
                                      <p:cBhvr>
                                        <p:cTn id="8" dur="500" fill="hold"/>
                                        <p:tgtEl>
                                          <p:spTgt spid="291842"/>
                                        </p:tgtEl>
                                        <p:attrNameLst>
                                          <p:attrName>ppt_h</p:attrName>
                                        </p:attrNameLst>
                                      </p:cBhvr>
                                      <p:tavLst>
                                        <p:tav tm="0">
                                          <p:val>
                                            <p:fltVal val="0"/>
                                          </p:val>
                                        </p:tav>
                                        <p:tav tm="100000">
                                          <p:val>
                                            <p:strVal val="#ppt_h"/>
                                          </p:val>
                                        </p:tav>
                                      </p:tavLst>
                                    </p:anim>
                                    <p:animEffect transition="in" filter="fade">
                                      <p:cBhvr>
                                        <p:cTn id="9" dur="500"/>
                                        <p:tgtEl>
                                          <p:spTgt spid="291842"/>
                                        </p:tgtEl>
                                      </p:cBhvr>
                                    </p:animEffect>
                                  </p:childTnLst>
                                </p:cTn>
                              </p:par>
                            </p:childTnLst>
                          </p:cTn>
                        </p:par>
                      </p:childTnLst>
                    </p:cTn>
                  </p:par>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set>
                                      <p:cBhvr>
                                        <p:cTn id="13" dur="1" fill="hold">
                                          <p:stCondLst>
                                            <p:cond delay="0"/>
                                          </p:stCondLst>
                                        </p:cTn>
                                        <p:tgtEl>
                                          <p:spTgt spid="291843">
                                            <p:txEl>
                                              <p:pRg st="0" end="0"/>
                                            </p:txEl>
                                          </p:spTgt>
                                        </p:tgtEl>
                                        <p:attrNameLst>
                                          <p:attrName>style.visibility</p:attrName>
                                        </p:attrNameLst>
                                      </p:cBhvr>
                                      <p:to>
                                        <p:strVal val="visible"/>
                                      </p:to>
                                    </p:set>
                                    <p:animEffect transition="in" filter="fade">
                                      <p:cBhvr>
                                        <p:cTn id="14" dur="1000">
                                          <p:stCondLst>
                                            <p:cond delay="0"/>
                                          </p:stCondLst>
                                        </p:cTn>
                                        <p:tgtEl>
                                          <p:spTgt spid="29184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1842" grpId="0"/>
      <p:bldP spid="291843" grpId="0"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2866" name="Rectangle 2"/>
          <p:cNvSpPr>
            <a:spLocks noGrp="1"/>
          </p:cNvSpPr>
          <p:nvPr>
            <p:ph type="title"/>
          </p:nvPr>
        </p:nvSpPr>
        <p:spPr>
          <a:noFill/>
          <a:ln w="9525">
            <a:noFill/>
          </a:ln>
        </p:spPr>
        <p:txBody>
          <a:bodyPr vert="horz" wrap="square" lIns="91440" tIns="45720" rIns="91440" bIns="45720" rtlCol="0" anchor="ctr" anchorCtr="0">
            <a:normAutofit/>
          </a:bodyPr>
          <a:lstStyle/>
          <a:p>
            <a:pPr lvl="0" algn="l" eaLnBrk="1" hangingPunct="1">
              <a:buClrTx/>
              <a:buSzTx/>
              <a:buFontTx/>
            </a:pPr>
            <a:r>
              <a:rPr lang="zh-CN" altLang="en-US" dirty="0">
                <a:sym typeface="+mn-ea"/>
              </a:rPr>
              <a:t>保证数据的安全、可靠</a:t>
            </a:r>
          </a:p>
        </p:txBody>
      </p:sp>
      <p:sp>
        <p:nvSpPr>
          <p:cNvPr id="292868" name="Rectangle 4"/>
          <p:cNvSpPr/>
          <p:nvPr/>
        </p:nvSpPr>
        <p:spPr>
          <a:xfrm>
            <a:off x="457200" y="2205355"/>
            <a:ext cx="2743200" cy="2741930"/>
          </a:xfrm>
          <a:prstGeom prst="rect">
            <a:avLst/>
          </a:prstGeom>
          <a:noFill/>
          <a:ln w="9525">
            <a:noFill/>
          </a:ln>
        </p:spPr>
        <p:txBody>
          <a:bodyPr anchor="t" anchorCtr="0"/>
          <a:lstStyle/>
          <a:p>
            <a:pPr marL="342900" indent="-342900">
              <a:spcBef>
                <a:spcPct val="20000"/>
              </a:spcBef>
            </a:pPr>
            <a:r>
              <a:rPr lang="zh-CN" altLang="en-US" sz="3200" dirty="0">
                <a:solidFill>
                  <a:srgbClr val="000000"/>
                </a:solidFill>
                <a:latin typeface="Times New Roman" pitchFamily="18" charset="0"/>
                <a:ea typeface="宋体" pitchFamily="2" charset="-122"/>
                <a:cs typeface="Times New Roman" pitchFamily="18" charset="0"/>
              </a:rPr>
              <a:t>    数据库技术要能够保证数据库中的数据是安全、可靠的。</a:t>
            </a:r>
          </a:p>
        </p:txBody>
      </p:sp>
      <p:sp>
        <p:nvSpPr>
          <p:cNvPr id="292869" name="Rectangle 5"/>
          <p:cNvSpPr>
            <a:spLocks noChangeArrowheads="1"/>
          </p:cNvSpPr>
          <p:nvPr/>
        </p:nvSpPr>
        <p:spPr bwMode="auto">
          <a:xfrm>
            <a:off x="5715000" y="1524000"/>
            <a:ext cx="2743200" cy="1981200"/>
          </a:xfrm>
          <a:prstGeom prst="rect">
            <a:avLst/>
          </a:prstGeom>
          <a:noFill/>
          <a:ln w="9525">
            <a:noFill/>
            <a:miter lim="800000"/>
          </a:ln>
          <a:effectLst/>
        </p:spPr>
        <p:txBody>
          <a:bodyPr/>
          <a:lstStyle/>
          <a:p>
            <a:pPr marL="342900" marR="0" lvl="0" indent="-342900" algn="l" defTabSz="914400" rtl="0" eaLnBrk="1" fontAlgn="base" latinLnBrk="0" hangingPunct="1">
              <a:lnSpc>
                <a:spcPct val="100000"/>
              </a:lnSpc>
              <a:spcBef>
                <a:spcPct val="20000"/>
              </a:spcBef>
              <a:buClr>
                <a:schemeClr val="tx1"/>
              </a:buClr>
              <a:buSzTx/>
              <a:buFont typeface="Wingdings" panose="05000000000000000000" pitchFamily="2" charset="2"/>
              <a:buNone/>
              <a:defRPr/>
            </a:pPr>
            <a:r>
              <a:rPr kumimoji="0" lang="zh-CN" altLang="en-US" sz="32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Times New Roman" pitchFamily="18" charset="0"/>
              </a:rPr>
              <a:t>   </a:t>
            </a:r>
            <a:r>
              <a:rPr kumimoji="0" lang="zh-CN" altLang="en-US" sz="2800" b="0" i="0" u="none" strike="noStrike" kern="1200" cap="none" spc="0" normalizeH="0" baseline="0" noProof="0" dirty="0">
                <a:ln>
                  <a:noFill/>
                </a:ln>
                <a:solidFill>
                  <a:srgbClr val="000000"/>
                </a:solidFill>
                <a:effectLst>
                  <a:outerShdw blurRad="38100" dist="38100" dir="2700000" algn="tl">
                    <a:srgbClr val="C0C0C0"/>
                  </a:outerShdw>
                </a:effectLst>
                <a:uLnTx/>
                <a:uFillTx/>
                <a:latin typeface="Times New Roman" pitchFamily="18" charset="0"/>
                <a:ea typeface="宋体" pitchFamily="2" charset="-122"/>
                <a:cs typeface="Times New Roman" pitchFamily="18" charset="0"/>
              </a:rPr>
              <a:t>有效地</a:t>
            </a:r>
            <a:r>
              <a:rPr kumimoji="0" lang="zh-CN" altLang="en-US" sz="2800" b="0" i="0" u="none" strike="noStrike" kern="1200" cap="none" spc="0" normalizeH="0" baseline="0" noProof="0" dirty="0">
                <a:ln>
                  <a:noFill/>
                </a:ln>
                <a:solidFill>
                  <a:srgbClr val="000000"/>
                </a:solidFill>
                <a:effectLst/>
                <a:uLnTx/>
                <a:uFillTx/>
                <a:latin typeface="Times New Roman" pitchFamily="18" charset="0"/>
                <a:ea typeface="宋体" pitchFamily="2" charset="-122"/>
                <a:cs typeface="Times New Roman" pitchFamily="18" charset="0"/>
              </a:rPr>
              <a:t>防止</a:t>
            </a:r>
            <a:r>
              <a:rPr kumimoji="0" lang="zh-CN" altLang="en-US" sz="2800" b="0" i="0" u="none" strike="noStrike" kern="1200" cap="none" spc="0" normalizeH="0" baseline="0" noProof="0" dirty="0">
                <a:ln>
                  <a:noFill/>
                </a:ln>
                <a:solidFill>
                  <a:srgbClr val="000000"/>
                </a:solidFill>
                <a:effectLst>
                  <a:outerShdw blurRad="38100" dist="38100" dir="2700000" algn="tl">
                    <a:srgbClr val="C0C0C0"/>
                  </a:outerShdw>
                </a:effectLst>
                <a:uLnTx/>
                <a:uFillTx/>
                <a:latin typeface="Times New Roman" pitchFamily="18" charset="0"/>
                <a:ea typeface="宋体" pitchFamily="2" charset="-122"/>
                <a:cs typeface="Times New Roman" pitchFamily="18" charset="0"/>
              </a:rPr>
              <a:t>数据库中的数据被非法使用或非法修改</a:t>
            </a:r>
          </a:p>
        </p:txBody>
      </p:sp>
      <p:sp>
        <p:nvSpPr>
          <p:cNvPr id="292870" name="Rectangle 6"/>
          <p:cNvSpPr>
            <a:spLocks noChangeArrowheads="1"/>
          </p:cNvSpPr>
          <p:nvPr/>
        </p:nvSpPr>
        <p:spPr bwMode="auto">
          <a:xfrm>
            <a:off x="5940425" y="4343400"/>
            <a:ext cx="2808039" cy="1749425"/>
          </a:xfrm>
          <a:prstGeom prst="rect">
            <a:avLst/>
          </a:prstGeom>
          <a:noFill/>
          <a:ln w="9525">
            <a:noFill/>
            <a:miter lim="800000"/>
          </a:ln>
          <a:effectLst/>
        </p:spPr>
        <p:txBody>
          <a:bodyPr/>
          <a:lstStyle/>
          <a:p>
            <a:pPr marL="342900" marR="0" lvl="0" indent="-342900" algn="l" defTabSz="914400" rtl="0" eaLnBrk="1" fontAlgn="base" latinLnBrk="0" hangingPunct="1">
              <a:lnSpc>
                <a:spcPct val="100000"/>
              </a:lnSpc>
              <a:spcBef>
                <a:spcPct val="20000"/>
              </a:spcBef>
              <a:buClr>
                <a:schemeClr val="tx1"/>
              </a:buClr>
              <a:buSzTx/>
              <a:buFont typeface="Wingdings" panose="05000000000000000000" pitchFamily="2" charset="2"/>
              <a:buNone/>
              <a:defRPr/>
            </a:pPr>
            <a:r>
              <a:rPr kumimoji="0" lang="zh-CN" altLang="en-US" sz="2800" i="0" u="none" strike="noStrike" kern="1200" cap="none" spc="0" normalizeH="0" baseline="0" noProof="0" dirty="0">
                <a:ln>
                  <a:noFill/>
                </a:ln>
                <a:solidFill>
                  <a:srgbClr val="000000"/>
                </a:solidFill>
                <a:effectLst/>
                <a:uLnTx/>
                <a:uFillTx/>
                <a:latin typeface="Times New Roman" pitchFamily="18" charset="0"/>
                <a:ea typeface="宋体" pitchFamily="2" charset="-122"/>
                <a:cs typeface="Times New Roman" pitchFamily="18" charset="0"/>
              </a:rPr>
              <a:t>   数据遭到破坏时能立刻将数据完全恢复</a:t>
            </a:r>
          </a:p>
        </p:txBody>
      </p:sp>
      <p:grpSp>
        <p:nvGrpSpPr>
          <p:cNvPr id="2" name="Group 7"/>
          <p:cNvGrpSpPr/>
          <p:nvPr/>
        </p:nvGrpSpPr>
        <p:grpSpPr>
          <a:xfrm>
            <a:off x="3124200" y="2438400"/>
            <a:ext cx="2895600" cy="838200"/>
            <a:chOff x="1968" y="1536"/>
            <a:chExt cx="1824" cy="528"/>
          </a:xfrm>
        </p:grpSpPr>
        <p:sp>
          <p:nvSpPr>
            <p:cNvPr id="15366" name="Line 8"/>
            <p:cNvSpPr/>
            <p:nvPr/>
          </p:nvSpPr>
          <p:spPr>
            <a:xfrm flipV="1">
              <a:off x="1968" y="1536"/>
              <a:ext cx="1824" cy="528"/>
            </a:xfrm>
            <a:prstGeom prst="line">
              <a:avLst/>
            </a:prstGeom>
            <a:ln w="38100" cap="flat" cmpd="sng">
              <a:solidFill>
                <a:srgbClr val="FF0000"/>
              </a:solidFill>
              <a:prstDash val="solid"/>
              <a:round/>
              <a:headEnd type="none" w="med" len="med"/>
              <a:tailEnd type="triangle" w="med" len="med"/>
            </a:ln>
          </p:spPr>
          <p:txBody>
            <a:bodyPr/>
            <a:lstStyle/>
            <a:p>
              <a:endParaRPr lang="zh-CN" altLang="en-US"/>
            </a:p>
          </p:txBody>
        </p:sp>
        <p:sp>
          <p:nvSpPr>
            <p:cNvPr id="15367" name="WordArt 9"/>
            <p:cNvSpPr>
              <a:spLocks noTextEdit="1"/>
            </p:cNvSpPr>
            <p:nvPr/>
          </p:nvSpPr>
          <p:spPr>
            <a:xfrm>
              <a:off x="2112" y="1584"/>
              <a:ext cx="768" cy="198"/>
            </a:xfrm>
            <a:prstGeom prst="rect">
              <a:avLst/>
            </a:prstGeom>
          </p:spPr>
          <p:txBody>
            <a:bodyPr wrap="none" fromWordArt="1">
              <a:prstTxWarp prst="textPlain">
                <a:avLst>
                  <a:gd name="adj" fmla="val 50000"/>
                </a:avLst>
              </a:prstTxWarp>
              <a:normAutofit fontScale="70000" lnSpcReduction="20000"/>
            </a:bodyPr>
            <a:lstStyle/>
            <a:p>
              <a:pPr algn="ctr"/>
              <a:r>
                <a:rPr lang="zh-CN" altLang="en-US" sz="2400" dirty="0">
                  <a:solidFill>
                    <a:srgbClr val="FF0000"/>
                  </a:solidFill>
                  <a:effectLst>
                    <a:outerShdw dist="35921" dir="2699999" algn="ctr" rotWithShape="0">
                      <a:srgbClr val="C0C0C0"/>
                    </a:outerShdw>
                  </a:effectLst>
                  <a:latin typeface="楷体_GB2312" panose="02010609030101010101" charset="0"/>
                  <a:ea typeface="楷体_GB2312" panose="02010609030101010101" charset="0"/>
                </a:rPr>
                <a:t>主动安全</a:t>
              </a:r>
            </a:p>
          </p:txBody>
        </p:sp>
      </p:grpSp>
      <p:grpSp>
        <p:nvGrpSpPr>
          <p:cNvPr id="3" name="Group 10"/>
          <p:cNvGrpSpPr/>
          <p:nvPr/>
        </p:nvGrpSpPr>
        <p:grpSpPr>
          <a:xfrm>
            <a:off x="3124200" y="3886200"/>
            <a:ext cx="2971800" cy="1219200"/>
            <a:chOff x="1968" y="2448"/>
            <a:chExt cx="1872" cy="768"/>
          </a:xfrm>
        </p:grpSpPr>
        <p:sp>
          <p:nvSpPr>
            <p:cNvPr id="15369" name="Line 11"/>
            <p:cNvSpPr/>
            <p:nvPr/>
          </p:nvSpPr>
          <p:spPr>
            <a:xfrm>
              <a:off x="1968" y="2448"/>
              <a:ext cx="1872" cy="768"/>
            </a:xfrm>
            <a:prstGeom prst="line">
              <a:avLst/>
            </a:prstGeom>
            <a:ln w="38100" cap="flat" cmpd="sng">
              <a:solidFill>
                <a:srgbClr val="FF0000"/>
              </a:solidFill>
              <a:prstDash val="solid"/>
              <a:round/>
              <a:headEnd type="none" w="med" len="med"/>
              <a:tailEnd type="triangle" w="med" len="med"/>
            </a:ln>
          </p:spPr>
          <p:txBody>
            <a:bodyPr/>
            <a:lstStyle/>
            <a:p>
              <a:endParaRPr lang="zh-CN" altLang="en-US"/>
            </a:p>
          </p:txBody>
        </p:sp>
        <p:sp>
          <p:nvSpPr>
            <p:cNvPr id="15370" name="WordArt 12"/>
            <p:cNvSpPr>
              <a:spLocks noTextEdit="1"/>
            </p:cNvSpPr>
            <p:nvPr/>
          </p:nvSpPr>
          <p:spPr>
            <a:xfrm>
              <a:off x="2160" y="2832"/>
              <a:ext cx="768" cy="198"/>
            </a:xfrm>
            <a:prstGeom prst="rect">
              <a:avLst/>
            </a:prstGeom>
          </p:spPr>
          <p:txBody>
            <a:bodyPr wrap="none" fromWordArt="1">
              <a:prstTxWarp prst="textPlain">
                <a:avLst>
                  <a:gd name="adj" fmla="val 50000"/>
                </a:avLst>
              </a:prstTxWarp>
              <a:normAutofit fontScale="70000" lnSpcReduction="20000"/>
            </a:bodyPr>
            <a:lstStyle/>
            <a:p>
              <a:pPr algn="ctr"/>
              <a:r>
                <a:rPr lang="zh-CN" altLang="en-US" sz="2400" dirty="0">
                  <a:solidFill>
                    <a:srgbClr val="FF0000"/>
                  </a:solidFill>
                  <a:effectLst>
                    <a:outerShdw dist="35921" dir="2699999" algn="ctr" rotWithShape="0">
                      <a:srgbClr val="C0C0C0"/>
                    </a:outerShdw>
                  </a:effectLst>
                  <a:latin typeface="楷体_GB2312" panose="02010609030101010101" charset="0"/>
                  <a:ea typeface="楷体_GB2312" panose="02010609030101010101" charset="0"/>
                </a:rPr>
                <a:t>被动安全</a:t>
              </a:r>
            </a:p>
          </p:txBody>
        </p:sp>
      </p:grpSp>
      <p:sp>
        <p:nvSpPr>
          <p:cNvPr id="17416" name="WordArt 13"/>
          <p:cNvSpPr>
            <a:spLocks noTextEdit="1"/>
          </p:cNvSpPr>
          <p:nvPr/>
        </p:nvSpPr>
        <p:spPr>
          <a:xfrm>
            <a:off x="7066372" y="3186113"/>
            <a:ext cx="1828800" cy="700087"/>
          </a:xfrm>
          <a:prstGeom prst="rect">
            <a:avLst/>
          </a:prstGeom>
        </p:spPr>
        <p:txBody>
          <a:bodyPr wrap="none" fromWordArt="1">
            <a:prstTxWarp prst="textCascadeUp">
              <a:avLst>
                <a:gd name="adj" fmla="val 44444"/>
              </a:avLst>
            </a:prstTxWarp>
            <a:normAutofit/>
            <a:scene3d>
              <a:camera prst="legacyPerspectiveFront">
                <a:rot lat="20520000" lon="1080000" rev="0"/>
              </a:camera>
              <a:lightRig rig="legacyHarsh2" dir="b"/>
            </a:scene3d>
            <a:sp3d extrusionH="430200" prstMaterial="legacyMatte">
              <a:extrusionClr>
                <a:srgbClr val="FF6600"/>
              </a:extrusionClr>
            </a:sp3d>
          </a:bodyPr>
          <a:lstStyle/>
          <a:p>
            <a:pPr algn="ctr"/>
            <a:r>
              <a:rPr lang="zh-CN" altLang="en-US" sz="3600" dirty="0">
                <a:gradFill rotWithShape="1">
                  <a:gsLst>
                    <a:gs pos="0">
                      <a:srgbClr val="FFE701"/>
                    </a:gs>
                    <a:gs pos="100000">
                      <a:srgbClr val="FE3E02"/>
                    </a:gs>
                  </a:gsLst>
                  <a:lin ang="5400000" scaled="1"/>
                  <a:tileRect/>
                </a:gradFill>
                <a:latin typeface="隶书" panose="02010509060101010101" pitchFamily="49" charset="-122"/>
                <a:ea typeface="隶书" panose="02010509060101010101" pitchFamily="49" charset="-122"/>
              </a:rPr>
              <a:t>安全机制</a:t>
            </a:r>
          </a:p>
        </p:txBody>
      </p:sp>
      <p:sp>
        <p:nvSpPr>
          <p:cNvPr id="17417" name="WordArt 14"/>
          <p:cNvSpPr>
            <a:spLocks noTextEdit="1"/>
          </p:cNvSpPr>
          <p:nvPr/>
        </p:nvSpPr>
        <p:spPr>
          <a:xfrm>
            <a:off x="7071756" y="5742781"/>
            <a:ext cx="1828800" cy="700088"/>
          </a:xfrm>
          <a:prstGeom prst="rect">
            <a:avLst/>
          </a:prstGeom>
        </p:spPr>
        <p:txBody>
          <a:bodyPr wrap="none" fromWordArt="1">
            <a:prstTxWarp prst="textCascadeUp">
              <a:avLst>
                <a:gd name="adj" fmla="val 44444"/>
              </a:avLst>
            </a:prstTxWarp>
            <a:normAutofit/>
            <a:scene3d>
              <a:camera prst="legacyPerspectiveFront">
                <a:rot lat="20520000" lon="1080000" rev="0"/>
              </a:camera>
              <a:lightRig rig="legacyHarsh2" dir="b"/>
            </a:scene3d>
            <a:sp3d extrusionH="430200" prstMaterial="legacyMatte">
              <a:extrusionClr>
                <a:srgbClr val="FF6600"/>
              </a:extrusionClr>
            </a:sp3d>
          </a:bodyPr>
          <a:lstStyle/>
          <a:p>
            <a:pPr algn="ctr"/>
            <a:r>
              <a:rPr lang="zh-CN" altLang="en-US" sz="3600" dirty="0">
                <a:gradFill rotWithShape="1">
                  <a:gsLst>
                    <a:gs pos="0">
                      <a:srgbClr val="FFE701"/>
                    </a:gs>
                    <a:gs pos="100000">
                      <a:srgbClr val="FE3E02"/>
                    </a:gs>
                  </a:gsLst>
                  <a:lin ang="5400000" scaled="1"/>
                  <a:tileRect/>
                </a:gradFill>
                <a:latin typeface="隶书" panose="02010509060101010101" pitchFamily="49" charset="-122"/>
                <a:ea typeface="隶书" panose="02010509060101010101" pitchFamily="49" charset="-122"/>
              </a:rPr>
              <a:t>备份恢复</a:t>
            </a: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9" presetClass="entr" presetSubtype="0" fill="hold" grpId="0" nodeType="withEffect">
                                  <p:stCondLst>
                                    <p:cond delay="0"/>
                                  </p:stCondLst>
                                  <p:childTnLst>
                                    <p:set>
                                      <p:cBhvr>
                                        <p:cTn id="6" dur="indefinite" fill="hold">
                                          <p:stCondLst>
                                            <p:cond delay="0"/>
                                          </p:stCondLst>
                                        </p:cTn>
                                        <p:tgtEl>
                                          <p:spTgt spid="292866"/>
                                        </p:tgtEl>
                                        <p:attrNameLst>
                                          <p:attrName>style.visibility</p:attrName>
                                        </p:attrNameLst>
                                      </p:cBhvr>
                                      <p:to>
                                        <p:strVal val="visible"/>
                                      </p:to>
                                    </p:set>
                                    <p:anim calcmode="lin" valueType="num">
                                      <p:cBhvr>
                                        <p:cTn id="7" dur="1000" fill="hold"/>
                                        <p:tgtEl>
                                          <p:spTgt spid="292866"/>
                                        </p:tgtEl>
                                        <p:attrNameLst>
                                          <p:attrName>ppt_x</p:attrName>
                                        </p:attrNameLst>
                                      </p:cBhvr>
                                      <p:tavLst>
                                        <p:tav tm="0">
                                          <p:val>
                                            <p:strVal val="#ppt_x-.2"/>
                                          </p:val>
                                        </p:tav>
                                        <p:tav tm="100000">
                                          <p:val>
                                            <p:strVal val="#ppt_x"/>
                                          </p:val>
                                        </p:tav>
                                      </p:tavLst>
                                    </p:anim>
                                    <p:anim calcmode="lin" valueType="num">
                                      <p:cBhvr>
                                        <p:cTn id="8" dur="1000" fill="hold"/>
                                        <p:tgtEl>
                                          <p:spTgt spid="292866"/>
                                        </p:tgtEl>
                                        <p:attrNameLst>
                                          <p:attrName>ppt_y</p:attrName>
                                        </p:attrNameLst>
                                      </p:cBhvr>
                                      <p:tavLst>
                                        <p:tav tm="0">
                                          <p:val>
                                            <p:strVal val="#ppt_y"/>
                                          </p:val>
                                        </p:tav>
                                        <p:tav tm="100000">
                                          <p:val>
                                            <p:strVal val="#ppt_y"/>
                                          </p:val>
                                        </p:tav>
                                      </p:tavLst>
                                    </p:anim>
                                    <p:animEffect transition="in" filter="wipe(right)" prLst="gradientSize: 0.1">
                                      <p:cBhvr>
                                        <p:cTn id="9" dur="1000"/>
                                        <p:tgtEl>
                                          <p:spTgt spid="292866"/>
                                        </p:tgtEl>
                                      </p:cBhvr>
                                    </p:animEffect>
                                  </p:childTnLst>
                                </p:cTn>
                              </p:par>
                            </p:childTnLst>
                          </p:cTn>
                        </p:par>
                      </p:childTnLst>
                    </p:cTn>
                  </p:par>
                  <p:par>
                    <p:cTn id="10" fill="hold">
                      <p:stCondLst>
                        <p:cond delay="indefinite"/>
                      </p:stCondLst>
                      <p:childTnLst>
                        <p:par>
                          <p:cTn id="11" fill="hold">
                            <p:stCondLst>
                              <p:cond delay="0"/>
                            </p:stCondLst>
                            <p:childTnLst>
                              <p:par>
                                <p:cTn id="12" presetID="22" presetClass="entr" presetSubtype="1" fill="hold" grpId="0" nodeType="clickEffect">
                                  <p:stCondLst>
                                    <p:cond delay="0"/>
                                  </p:stCondLst>
                                  <p:iterate type="wd">
                                    <p:tmPct val="100000"/>
                                  </p:iterate>
                                  <p:childTnLst>
                                    <p:set>
                                      <p:cBhvr>
                                        <p:cTn id="13" dur="1" fill="hold">
                                          <p:stCondLst>
                                            <p:cond delay="0"/>
                                          </p:stCondLst>
                                        </p:cTn>
                                        <p:tgtEl>
                                          <p:spTgt spid="292868"/>
                                        </p:tgtEl>
                                        <p:attrNameLst>
                                          <p:attrName>style.visibility</p:attrName>
                                        </p:attrNameLst>
                                      </p:cBhvr>
                                      <p:to>
                                        <p:strVal val="visible"/>
                                      </p:to>
                                    </p:set>
                                    <p:animEffect transition="in" filter="wipe(up)">
                                      <p:cBhvr>
                                        <p:cTn id="14" dur="300"/>
                                        <p:tgtEl>
                                          <p:spTgt spid="292868"/>
                                        </p:tgtEl>
                                      </p:cBhvr>
                                    </p:animEffect>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nodeType="clickEffect">
                                  <p:stCondLst>
                                    <p:cond delay="0"/>
                                  </p:stCondLst>
                                  <p:childTnLst>
                                    <p:set>
                                      <p:cBhvr>
                                        <p:cTn id="18" dur="1" fill="hold">
                                          <p:stCondLst>
                                            <p:cond delay="0"/>
                                          </p:stCondLst>
                                        </p:cTn>
                                        <p:tgtEl>
                                          <p:spTgt spid="2"/>
                                        </p:tgtEl>
                                        <p:attrNameLst>
                                          <p:attrName>style.visibility</p:attrName>
                                        </p:attrNameLst>
                                      </p:cBhvr>
                                      <p:to>
                                        <p:strVal val="visible"/>
                                      </p:to>
                                    </p:set>
                                    <p:anim calcmode="lin" valueType="num">
                                      <p:cBhvr additive="base">
                                        <p:cTn id="19" dur="500" fill="hold"/>
                                        <p:tgtEl>
                                          <p:spTgt spid="2"/>
                                        </p:tgtEl>
                                        <p:attrNameLst>
                                          <p:attrName>ppt_x</p:attrName>
                                        </p:attrNameLst>
                                      </p:cBhvr>
                                      <p:tavLst>
                                        <p:tav tm="0">
                                          <p:val>
                                            <p:strVal val="0-#ppt_w/2"/>
                                          </p:val>
                                        </p:tav>
                                        <p:tav tm="100000">
                                          <p:val>
                                            <p:strVal val="#ppt_x"/>
                                          </p:val>
                                        </p:tav>
                                      </p:tavLst>
                                    </p:anim>
                                    <p:anim calcmode="lin" valueType="num">
                                      <p:cBhvr additive="base">
                                        <p:cTn id="20" dur="500" fill="hold"/>
                                        <p:tgtEl>
                                          <p:spTgt spid="2"/>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7"/>
                                            </p:cond>
                                          </p:stCondLst>
                                          <p:endCondLst>
                                            <p:cond evt="onStopAudio" delay="0">
                                              <p:tgtEl>
                                                <p:sldTgt/>
                                              </p:tgtEl>
                                            </p:cond>
                                          </p:endCondLst>
                                        </p:cTn>
                                        <p:tgtEl>
                                          <p:sndTgt r:embed="rId2" name="WHOOSH.WAV"/>
                                        </p:tgtEl>
                                      </p:cMediaNode>
                                    </p:audio>
                                  </p:subTnLst>
                                </p:cTn>
                              </p:par>
                            </p:childTnLst>
                          </p:cTn>
                        </p:par>
                        <p:par>
                          <p:cTn id="21" fill="hold">
                            <p:stCondLst>
                              <p:cond delay="500"/>
                            </p:stCondLst>
                            <p:childTnLst>
                              <p:par>
                                <p:cTn id="22" presetID="22" presetClass="entr" presetSubtype="1" fill="hold" grpId="0" nodeType="afterEffect">
                                  <p:stCondLst>
                                    <p:cond delay="0"/>
                                  </p:stCondLst>
                                  <p:iterate type="lt">
                                    <p:tmPct val="100000"/>
                                  </p:iterate>
                                  <p:childTnLst>
                                    <p:set>
                                      <p:cBhvr>
                                        <p:cTn id="23" dur="1" fill="hold">
                                          <p:stCondLst>
                                            <p:cond delay="0"/>
                                          </p:stCondLst>
                                        </p:cTn>
                                        <p:tgtEl>
                                          <p:spTgt spid="292869">
                                            <p:txEl>
                                              <p:pRg st="0" end="0"/>
                                            </p:txEl>
                                          </p:spTgt>
                                        </p:tgtEl>
                                        <p:attrNameLst>
                                          <p:attrName>style.visibility</p:attrName>
                                        </p:attrNameLst>
                                      </p:cBhvr>
                                      <p:to>
                                        <p:strVal val="visible"/>
                                      </p:to>
                                    </p:set>
                                    <p:animEffect transition="in" filter="wipe(up)">
                                      <p:cBhvr>
                                        <p:cTn id="24" dur="75"/>
                                        <p:tgtEl>
                                          <p:spTgt spid="292869">
                                            <p:txEl>
                                              <p:pRg st="0" end="0"/>
                                            </p:txEl>
                                          </p:spTgt>
                                        </p:tgtEl>
                                      </p:cBhvr>
                                    </p:animEffect>
                                  </p:childTnLst>
                                  <p:subTnLst>
                                    <p:audio>
                                      <p:cMediaNode>
                                        <p:cTn display="0" masterRel="sameClick">
                                          <p:stCondLst>
                                            <p:cond evt="begin" delay="0">
                                              <p:tn val="22"/>
                                            </p:cond>
                                          </p:stCondLst>
                                          <p:endCondLst>
                                            <p:cond evt="onStopAudio" delay="0">
                                              <p:tgtEl>
                                                <p:sldTgt/>
                                              </p:tgtEl>
                                            </p:cond>
                                          </p:endCondLst>
                                        </p:cTn>
                                        <p:tgtEl>
                                          <p:sndTgt r:embed="rId3" name="TYPE.WAV"/>
                                        </p:tgtEl>
                                      </p:cMediaNode>
                                    </p:audio>
                                  </p:subTnLst>
                                </p:cTn>
                              </p:par>
                            </p:childTnLst>
                          </p:cTn>
                        </p:par>
                      </p:childTnLst>
                    </p:cTn>
                  </p:par>
                  <p:par>
                    <p:cTn id="25" fill="hold">
                      <p:stCondLst>
                        <p:cond delay="indefinite"/>
                      </p:stCondLst>
                      <p:childTnLst>
                        <p:par>
                          <p:cTn id="26" fill="hold">
                            <p:stCondLst>
                              <p:cond delay="0"/>
                            </p:stCondLst>
                            <p:childTnLst>
                              <p:par>
                                <p:cTn id="27" presetID="4" presetClass="entr" presetSubtype="32" fill="hold" nodeType="clickEffect">
                                  <p:stCondLst>
                                    <p:cond delay="0"/>
                                  </p:stCondLst>
                                  <p:childTnLst>
                                    <p:set>
                                      <p:cBhvr>
                                        <p:cTn id="28" dur="1" fill="hold">
                                          <p:stCondLst>
                                            <p:cond delay="0"/>
                                          </p:stCondLst>
                                        </p:cTn>
                                        <p:tgtEl>
                                          <p:spTgt spid="17416"/>
                                        </p:tgtEl>
                                        <p:attrNameLst>
                                          <p:attrName>style.visibility</p:attrName>
                                        </p:attrNameLst>
                                      </p:cBhvr>
                                      <p:to>
                                        <p:strVal val="visible"/>
                                      </p:to>
                                    </p:set>
                                    <p:animEffect transition="in" filter="box(out)">
                                      <p:cBhvr>
                                        <p:cTn id="29" dur="500"/>
                                        <p:tgtEl>
                                          <p:spTgt spid="17416"/>
                                        </p:tgtEl>
                                      </p:cBhvr>
                                    </p:animEffect>
                                  </p:childTnLst>
                                </p:cTn>
                              </p:par>
                            </p:childTnLst>
                          </p:cTn>
                        </p:par>
                      </p:childTnLst>
                    </p:cTn>
                  </p:par>
                  <p:par>
                    <p:cTn id="30" fill="hold">
                      <p:stCondLst>
                        <p:cond delay="indefinite"/>
                      </p:stCondLst>
                      <p:childTnLst>
                        <p:par>
                          <p:cTn id="31" fill="hold">
                            <p:stCondLst>
                              <p:cond delay="0"/>
                            </p:stCondLst>
                            <p:childTnLst>
                              <p:par>
                                <p:cTn id="32" presetID="2" presetClass="entr" presetSubtype="8" fill="hold" nodeType="clickEffect">
                                  <p:stCondLst>
                                    <p:cond delay="0"/>
                                  </p:stCondLst>
                                  <p:childTnLst>
                                    <p:set>
                                      <p:cBhvr>
                                        <p:cTn id="33" dur="1" fill="hold">
                                          <p:stCondLst>
                                            <p:cond delay="0"/>
                                          </p:stCondLst>
                                        </p:cTn>
                                        <p:tgtEl>
                                          <p:spTgt spid="3"/>
                                        </p:tgtEl>
                                        <p:attrNameLst>
                                          <p:attrName>style.visibility</p:attrName>
                                        </p:attrNameLst>
                                      </p:cBhvr>
                                      <p:to>
                                        <p:strVal val="visible"/>
                                      </p:to>
                                    </p:set>
                                    <p:anim calcmode="lin" valueType="num">
                                      <p:cBhvr additive="base">
                                        <p:cTn id="34" dur="500" fill="hold"/>
                                        <p:tgtEl>
                                          <p:spTgt spid="3"/>
                                        </p:tgtEl>
                                        <p:attrNameLst>
                                          <p:attrName>ppt_x</p:attrName>
                                        </p:attrNameLst>
                                      </p:cBhvr>
                                      <p:tavLst>
                                        <p:tav tm="0">
                                          <p:val>
                                            <p:strVal val="0-#ppt_w/2"/>
                                          </p:val>
                                        </p:tav>
                                        <p:tav tm="100000">
                                          <p:val>
                                            <p:strVal val="#ppt_x"/>
                                          </p:val>
                                        </p:tav>
                                      </p:tavLst>
                                    </p:anim>
                                    <p:anim calcmode="lin" valueType="num">
                                      <p:cBhvr additive="base">
                                        <p:cTn id="35" dur="500" fill="hold"/>
                                        <p:tgtEl>
                                          <p:spTgt spid="3"/>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32"/>
                                            </p:cond>
                                          </p:stCondLst>
                                          <p:endCondLst>
                                            <p:cond evt="onStopAudio" delay="0">
                                              <p:tgtEl>
                                                <p:sldTgt/>
                                              </p:tgtEl>
                                            </p:cond>
                                          </p:endCondLst>
                                        </p:cTn>
                                        <p:tgtEl>
                                          <p:sndTgt r:embed="rId2" name="WHOOSH.WAV"/>
                                        </p:tgtEl>
                                      </p:cMediaNode>
                                    </p:audio>
                                  </p:subTnLst>
                                </p:cTn>
                              </p:par>
                            </p:childTnLst>
                          </p:cTn>
                        </p:par>
                        <p:par>
                          <p:cTn id="36" fill="hold">
                            <p:stCondLst>
                              <p:cond delay="500"/>
                            </p:stCondLst>
                            <p:childTnLst>
                              <p:par>
                                <p:cTn id="37" presetID="22" presetClass="entr" presetSubtype="1" fill="hold" grpId="0" nodeType="afterEffect">
                                  <p:stCondLst>
                                    <p:cond delay="0"/>
                                  </p:stCondLst>
                                  <p:iterate type="lt">
                                    <p:tmPct val="100000"/>
                                  </p:iterate>
                                  <p:childTnLst>
                                    <p:set>
                                      <p:cBhvr>
                                        <p:cTn id="38" dur="1" fill="hold">
                                          <p:stCondLst>
                                            <p:cond delay="0"/>
                                          </p:stCondLst>
                                        </p:cTn>
                                        <p:tgtEl>
                                          <p:spTgt spid="292870">
                                            <p:txEl>
                                              <p:pRg st="0" end="0"/>
                                            </p:txEl>
                                          </p:spTgt>
                                        </p:tgtEl>
                                        <p:attrNameLst>
                                          <p:attrName>style.visibility</p:attrName>
                                        </p:attrNameLst>
                                      </p:cBhvr>
                                      <p:to>
                                        <p:strVal val="visible"/>
                                      </p:to>
                                    </p:set>
                                    <p:animEffect transition="in" filter="wipe(up)">
                                      <p:cBhvr>
                                        <p:cTn id="39" dur="75"/>
                                        <p:tgtEl>
                                          <p:spTgt spid="292870">
                                            <p:txEl>
                                              <p:pRg st="0" end="0"/>
                                            </p:txEl>
                                          </p:spTgt>
                                        </p:tgtEl>
                                      </p:cBhvr>
                                    </p:animEffect>
                                  </p:childTnLst>
                                  <p:subTnLst>
                                    <p:audio>
                                      <p:cMediaNode>
                                        <p:cTn display="0" masterRel="sameClick">
                                          <p:stCondLst>
                                            <p:cond evt="begin" delay="0">
                                              <p:tn val="37"/>
                                            </p:cond>
                                          </p:stCondLst>
                                          <p:endCondLst>
                                            <p:cond evt="onStopAudio" delay="0">
                                              <p:tgtEl>
                                                <p:sldTgt/>
                                              </p:tgtEl>
                                            </p:cond>
                                          </p:endCondLst>
                                        </p:cTn>
                                        <p:tgtEl>
                                          <p:sndTgt r:embed="rId3" name="TYPE.WAV"/>
                                        </p:tgtEl>
                                      </p:cMediaNode>
                                    </p:audio>
                                  </p:subTnLst>
                                </p:cTn>
                              </p:par>
                            </p:childTnLst>
                          </p:cTn>
                        </p:par>
                      </p:childTnLst>
                    </p:cTn>
                  </p:par>
                  <p:par>
                    <p:cTn id="40" fill="hold">
                      <p:stCondLst>
                        <p:cond delay="indefinite"/>
                      </p:stCondLst>
                      <p:childTnLst>
                        <p:par>
                          <p:cTn id="41" fill="hold">
                            <p:stCondLst>
                              <p:cond delay="0"/>
                            </p:stCondLst>
                            <p:childTnLst>
                              <p:par>
                                <p:cTn id="42" presetID="4" presetClass="entr" presetSubtype="32" fill="hold" nodeType="clickEffect">
                                  <p:stCondLst>
                                    <p:cond delay="0"/>
                                  </p:stCondLst>
                                  <p:childTnLst>
                                    <p:set>
                                      <p:cBhvr>
                                        <p:cTn id="43" dur="1" fill="hold">
                                          <p:stCondLst>
                                            <p:cond delay="0"/>
                                          </p:stCondLst>
                                        </p:cTn>
                                        <p:tgtEl>
                                          <p:spTgt spid="17417"/>
                                        </p:tgtEl>
                                        <p:attrNameLst>
                                          <p:attrName>style.visibility</p:attrName>
                                        </p:attrNameLst>
                                      </p:cBhvr>
                                      <p:to>
                                        <p:strVal val="visible"/>
                                      </p:to>
                                    </p:set>
                                    <p:animEffect transition="in" filter="box(out)">
                                      <p:cBhvr>
                                        <p:cTn id="44" dur="500"/>
                                        <p:tgtEl>
                                          <p:spTgt spid="174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2866" grpId="0"/>
      <p:bldP spid="292868" grpId="0"/>
      <p:bldP spid="292869" grpId="0" build="p" advAuto="1000"/>
      <p:bldP spid="292870" grpId="0" build="p" advAuto="100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Rectangle 2"/>
          <p:cNvSpPr>
            <a:spLocks noGrp="1"/>
          </p:cNvSpPr>
          <p:nvPr>
            <p:ph type="title"/>
          </p:nvPr>
        </p:nvSpPr>
        <p:spPr>
          <a:noFill/>
          <a:ln w="9525">
            <a:noFill/>
          </a:ln>
        </p:spPr>
        <p:txBody>
          <a:bodyPr vert="horz" wrap="square" lIns="91440" tIns="45720" rIns="91440" bIns="45720" rtlCol="0" anchor="ctr" anchorCtr="0">
            <a:normAutofit/>
          </a:bodyPr>
          <a:lstStyle/>
          <a:p>
            <a:pPr lvl="0" algn="l" eaLnBrk="1" hangingPunct="1">
              <a:buClrTx/>
              <a:buSzTx/>
              <a:buFontTx/>
            </a:pPr>
            <a:r>
              <a:rPr lang="zh-CN" altLang="en-US" dirty="0">
                <a:sym typeface="+mn-ea"/>
              </a:rPr>
              <a:t>最大限度地保证数据的正确性</a:t>
            </a:r>
          </a:p>
        </p:txBody>
      </p:sp>
      <p:sp>
        <p:nvSpPr>
          <p:cNvPr id="293892" name="Rectangle 4"/>
          <p:cNvSpPr/>
          <p:nvPr/>
        </p:nvSpPr>
        <p:spPr>
          <a:xfrm>
            <a:off x="395536" y="1788928"/>
            <a:ext cx="2743200" cy="2971800"/>
          </a:xfrm>
          <a:prstGeom prst="rect">
            <a:avLst/>
          </a:prstGeom>
          <a:noFill/>
          <a:ln w="9525">
            <a:noFill/>
          </a:ln>
        </p:spPr>
        <p:txBody>
          <a:bodyPr anchor="t" anchorCtr="0"/>
          <a:lstStyle/>
          <a:p>
            <a:pPr marL="342900" indent="-342900">
              <a:spcBef>
                <a:spcPct val="20000"/>
              </a:spcBef>
            </a:pPr>
            <a:r>
              <a:rPr lang="zh-CN" altLang="en-US" sz="3200" dirty="0">
                <a:solidFill>
                  <a:srgbClr val="000000"/>
                </a:solidFill>
                <a:latin typeface="宋体" pitchFamily="2" charset="-122"/>
                <a:ea typeface="宋体" pitchFamily="2" charset="-122"/>
                <a:cs typeface="等线" panose="02010600030101010101" charset="-122"/>
              </a:rPr>
              <a:t>    保证数据正确的特性在数据库中</a:t>
            </a:r>
            <a:r>
              <a:rPr lang="zh-CN" altLang="en-US" sz="3200" dirty="0" smtClean="0">
                <a:solidFill>
                  <a:srgbClr val="000000"/>
                </a:solidFill>
                <a:latin typeface="宋体" pitchFamily="2" charset="-122"/>
                <a:ea typeface="宋体" pitchFamily="2" charset="-122"/>
                <a:cs typeface="等线" panose="02010600030101010101" charset="-122"/>
              </a:rPr>
              <a:t>称之为</a:t>
            </a:r>
            <a:endParaRPr lang="en-US" altLang="zh-CN" sz="3200" dirty="0" smtClean="0">
              <a:solidFill>
                <a:srgbClr val="000000"/>
              </a:solidFill>
              <a:latin typeface="宋体" pitchFamily="2" charset="-122"/>
              <a:ea typeface="宋体" pitchFamily="2" charset="-122"/>
              <a:cs typeface="等线" panose="02010600030101010101" charset="-122"/>
            </a:endParaRPr>
          </a:p>
          <a:p>
            <a:pPr marL="342900" indent="-342900">
              <a:spcBef>
                <a:spcPct val="20000"/>
              </a:spcBef>
            </a:pPr>
            <a:r>
              <a:rPr lang="en-US" altLang="zh-CN" sz="3200" dirty="0">
                <a:solidFill>
                  <a:srgbClr val="000000"/>
                </a:solidFill>
                <a:latin typeface="宋体" pitchFamily="2" charset="-122"/>
                <a:ea typeface="宋体" pitchFamily="2" charset="-122"/>
                <a:cs typeface="等线" panose="02010600030101010101" charset="-122"/>
              </a:rPr>
              <a:t> </a:t>
            </a:r>
            <a:r>
              <a:rPr lang="en-US" altLang="zh-CN" sz="3200" dirty="0" smtClean="0">
                <a:solidFill>
                  <a:srgbClr val="000000"/>
                </a:solidFill>
                <a:latin typeface="宋体" pitchFamily="2" charset="-122"/>
                <a:ea typeface="宋体" pitchFamily="2" charset="-122"/>
                <a:cs typeface="等线" panose="02010600030101010101" charset="-122"/>
              </a:rPr>
              <a:t> </a:t>
            </a:r>
            <a:r>
              <a:rPr lang="zh-CN" altLang="en-US" sz="3200" dirty="0" smtClean="0">
                <a:solidFill>
                  <a:srgbClr val="000000"/>
                </a:solidFill>
                <a:latin typeface="宋体" pitchFamily="2" charset="-122"/>
                <a:ea typeface="宋体" pitchFamily="2" charset="-122"/>
                <a:cs typeface="等线" panose="02010600030101010101" charset="-122"/>
              </a:rPr>
              <a:t>数据完整性</a:t>
            </a:r>
            <a:endParaRPr lang="zh-CN" altLang="en-US" sz="3200" dirty="0">
              <a:solidFill>
                <a:srgbClr val="000000"/>
              </a:solidFill>
              <a:latin typeface="宋体" pitchFamily="2" charset="-122"/>
              <a:ea typeface="宋体" pitchFamily="2" charset="-122"/>
              <a:cs typeface="等线" panose="02010600030101010101" charset="-122"/>
            </a:endParaRPr>
          </a:p>
        </p:txBody>
      </p:sp>
      <p:graphicFrame>
        <p:nvGraphicFramePr>
          <p:cNvPr id="293893" name="Object 5"/>
          <p:cNvGraphicFramePr/>
          <p:nvPr/>
        </p:nvGraphicFramePr>
        <p:xfrm>
          <a:off x="5291773" y="1771968"/>
          <a:ext cx="1477962" cy="2209800"/>
        </p:xfrm>
        <a:graphic>
          <a:graphicData uri="http://schemas.openxmlformats.org/presentationml/2006/ole">
            <mc:AlternateContent xmlns:mc="http://schemas.openxmlformats.org/markup-compatibility/2006">
              <mc:Choice xmlns:v="urn:schemas-microsoft-com:vml" Requires="v">
                <p:oleObj spid="_x0000_s4121" r:id="rId4" imgW="3032125" imgH="4533900" progId="MS_ClipArt_Gallery.2">
                  <p:embed/>
                </p:oleObj>
              </mc:Choice>
              <mc:Fallback>
                <p:oleObj r:id="rId4" imgW="3032125" imgH="4533900" progId="MS_ClipArt_Gallery.2">
                  <p:embed/>
                  <p:pic>
                    <p:nvPicPr>
                      <p:cNvPr id="0" name="图片 3075"/>
                      <p:cNvPicPr/>
                      <p:nvPr/>
                    </p:nvPicPr>
                    <p:blipFill>
                      <a:blip r:embed="rId5"/>
                      <a:stretch>
                        <a:fillRect/>
                      </a:stretch>
                    </p:blipFill>
                    <p:spPr>
                      <a:xfrm>
                        <a:off x="5291773" y="1771968"/>
                        <a:ext cx="1477962" cy="2209800"/>
                      </a:xfrm>
                      <a:prstGeom prst="rect">
                        <a:avLst/>
                      </a:prstGeom>
                      <a:noFill/>
                      <a:ln w="38100">
                        <a:noFill/>
                        <a:miter/>
                      </a:ln>
                    </p:spPr>
                  </p:pic>
                </p:oleObj>
              </mc:Fallback>
            </mc:AlternateContent>
          </a:graphicData>
        </a:graphic>
      </p:graphicFrame>
      <p:sp>
        <p:nvSpPr>
          <p:cNvPr id="2053" name="WordArt 6"/>
          <p:cNvSpPr>
            <a:spLocks noTextEdit="1"/>
          </p:cNvSpPr>
          <p:nvPr/>
        </p:nvSpPr>
        <p:spPr>
          <a:xfrm>
            <a:off x="6815773" y="1848168"/>
            <a:ext cx="1371600" cy="1828800"/>
          </a:xfrm>
          <a:prstGeom prst="rect">
            <a:avLst/>
          </a:prstGeom>
        </p:spPr>
        <p:txBody>
          <a:bodyPr wrap="none" fromWordArt="1">
            <a:prstTxWarp prst="textCascadeDown">
              <a:avLst>
                <a:gd name="adj" fmla="val 28569"/>
              </a:avLst>
            </a:prstTxWarp>
            <a:normAutofit/>
          </a:bodyPr>
          <a:lstStyle/>
          <a:p>
            <a:pPr algn="ctr"/>
            <a:r>
              <a:rPr lang="zh-CN" altLang="en-US" sz="3600" dirty="0">
                <a:ln w="9525" cap="flat" cmpd="sng">
                  <a:solidFill>
                    <a:srgbClr val="000000"/>
                  </a:solidFill>
                  <a:prstDash val="solid"/>
                  <a:round/>
                  <a:headEnd type="none" w="med" len="med"/>
                  <a:tailEnd type="none" w="med" len="med"/>
                </a:ln>
                <a:gradFill rotWithShape="1">
                  <a:gsLst>
                    <a:gs pos="0">
                      <a:srgbClr val="9999FF"/>
                    </a:gs>
                    <a:gs pos="100000">
                      <a:srgbClr val="009999"/>
                    </a:gs>
                  </a:gsLst>
                  <a:lin ang="5400000" scaled="1"/>
                  <a:tileRect/>
                </a:gradFill>
                <a:effectLst>
                  <a:outerShdw dist="53882" dir="2699999" algn="ctr" rotWithShape="0">
                    <a:srgbClr val="C0C0C0"/>
                  </a:outerShdw>
                </a:effectLst>
                <a:latin typeface="宋体" panose="02010600030101010101" pitchFamily="2" charset="-122"/>
                <a:ea typeface="宋体" panose="02010600030101010101" pitchFamily="2" charset="-122"/>
              </a:rPr>
              <a:t>学生的年龄</a:t>
            </a:r>
          </a:p>
        </p:txBody>
      </p:sp>
      <p:sp>
        <p:nvSpPr>
          <p:cNvPr id="293895" name="AutoShape 7"/>
          <p:cNvSpPr/>
          <p:nvPr/>
        </p:nvSpPr>
        <p:spPr>
          <a:xfrm rot="19756619">
            <a:off x="2914968" y="2868613"/>
            <a:ext cx="2590800" cy="990600"/>
          </a:xfrm>
          <a:prstGeom prst="rightArrow">
            <a:avLst>
              <a:gd name="adj1" fmla="val 62500"/>
              <a:gd name="adj2" fmla="val 103707"/>
            </a:avLst>
          </a:prstGeom>
          <a:solidFill>
            <a:schemeClr val="bg1"/>
          </a:solidFill>
          <a:ln w="9525" cap="flat" cmpd="sng">
            <a:solidFill>
              <a:srgbClr val="FF0000"/>
            </a:solidFill>
            <a:prstDash val="solid"/>
            <a:miter/>
            <a:headEnd type="none" w="med" len="med"/>
            <a:tailEnd type="none" w="med" len="med"/>
          </a:ln>
        </p:spPr>
        <p:txBody>
          <a:bodyPr wrap="none" anchor="ctr" anchorCtr="0"/>
          <a:lstStyle/>
          <a:p>
            <a:pPr algn="ctr"/>
            <a:r>
              <a:rPr lang="en-US" altLang="zh-CN" sz="2400" dirty="0">
                <a:latin typeface="Times New Roman" panose="02020603050405020304" pitchFamily="18" charset="0"/>
                <a:ea typeface="宋体" panose="02010600030101010101" pitchFamily="2" charset="-122"/>
              </a:rPr>
              <a:t>200</a:t>
            </a:r>
            <a:r>
              <a:rPr lang="zh-CN" altLang="en-US" sz="2400" dirty="0">
                <a:latin typeface="Times New Roman" panose="02020603050405020304" pitchFamily="18" charset="0"/>
                <a:ea typeface="宋体" panose="02010600030101010101" pitchFamily="2" charset="-122"/>
              </a:rPr>
              <a:t>岁</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iterate type="wd">
                                    <p:tmPct val="100000"/>
                                  </p:iterate>
                                  <p:childTnLst>
                                    <p:set>
                                      <p:cBhvr>
                                        <p:cTn id="6" dur="1" fill="hold">
                                          <p:stCondLst>
                                            <p:cond delay="0"/>
                                          </p:stCondLst>
                                        </p:cTn>
                                        <p:tgtEl>
                                          <p:spTgt spid="293892"/>
                                        </p:tgtEl>
                                        <p:attrNameLst>
                                          <p:attrName>style.visibility</p:attrName>
                                        </p:attrNameLst>
                                      </p:cBhvr>
                                      <p:to>
                                        <p:strVal val="visible"/>
                                      </p:to>
                                    </p:set>
                                    <p:animEffect transition="in" filter="wipe(up)">
                                      <p:cBhvr>
                                        <p:cTn id="7" dur="300"/>
                                        <p:tgtEl>
                                          <p:spTgt spid="293892"/>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499"/>
                                          </p:stCondLst>
                                        </p:cTn>
                                        <p:tgtEl>
                                          <p:spTgt spid="2053"/>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7" presetClass="entr" presetSubtype="8" fill="hold" grpId="0" nodeType="clickEffect">
                                  <p:stCondLst>
                                    <p:cond delay="0"/>
                                  </p:stCondLst>
                                  <p:childTnLst>
                                    <p:set>
                                      <p:cBhvr>
                                        <p:cTn id="15" dur="1" fill="hold">
                                          <p:stCondLst>
                                            <p:cond delay="0"/>
                                          </p:stCondLst>
                                        </p:cTn>
                                        <p:tgtEl>
                                          <p:spTgt spid="293895"/>
                                        </p:tgtEl>
                                        <p:attrNameLst>
                                          <p:attrName>style.visibility</p:attrName>
                                        </p:attrNameLst>
                                      </p:cBhvr>
                                      <p:to>
                                        <p:strVal val="visible"/>
                                      </p:to>
                                    </p:set>
                                    <p:anim calcmode="lin" valueType="num">
                                      <p:cBhvr additive="base">
                                        <p:cTn id="16" dur="5000" fill="hold"/>
                                        <p:tgtEl>
                                          <p:spTgt spid="293895"/>
                                        </p:tgtEl>
                                        <p:attrNameLst>
                                          <p:attrName>ppt_x</p:attrName>
                                        </p:attrNameLst>
                                      </p:cBhvr>
                                      <p:tavLst>
                                        <p:tav tm="0">
                                          <p:val>
                                            <p:strVal val="0-#ppt_w/2"/>
                                          </p:val>
                                        </p:tav>
                                        <p:tav tm="100000">
                                          <p:val>
                                            <p:strVal val="#ppt_x"/>
                                          </p:val>
                                        </p:tav>
                                      </p:tavLst>
                                    </p:anim>
                                    <p:anim calcmode="lin" valueType="num">
                                      <p:cBhvr additive="base">
                                        <p:cTn id="17" dur="5000" fill="hold"/>
                                        <p:tgtEl>
                                          <p:spTgt spid="293895"/>
                                        </p:tgtEl>
                                        <p:attrNameLst>
                                          <p:attrName>ppt_y</p:attrName>
                                        </p:attrNameLst>
                                      </p:cBhvr>
                                      <p:tavLst>
                                        <p:tav tm="0">
                                          <p:val>
                                            <p:strVal val="#ppt_y"/>
                                          </p:val>
                                        </p:tav>
                                        <p:tav tm="100000">
                                          <p:val>
                                            <p:strVal val="#ppt_y"/>
                                          </p:val>
                                        </p:tav>
                                      </p:tavLst>
                                    </p:anim>
                                  </p:childTnLst>
                                </p:cTn>
                              </p:par>
                            </p:childTnLst>
                          </p:cTn>
                        </p:par>
                        <p:par>
                          <p:cTn id="18" fill="hold">
                            <p:stCondLst>
                              <p:cond delay="5000"/>
                            </p:stCondLst>
                            <p:childTnLst>
                              <p:par>
                                <p:cTn id="19" presetID="2" presetClass="entr" presetSubtype="1" fill="hold" nodeType="afterEffect">
                                  <p:stCondLst>
                                    <p:cond delay="3000"/>
                                  </p:stCondLst>
                                  <p:childTnLst>
                                    <p:set>
                                      <p:cBhvr>
                                        <p:cTn id="20" dur="1" fill="hold">
                                          <p:stCondLst>
                                            <p:cond delay="0"/>
                                          </p:stCondLst>
                                        </p:cTn>
                                        <p:tgtEl>
                                          <p:spTgt spid="293893"/>
                                        </p:tgtEl>
                                        <p:attrNameLst>
                                          <p:attrName>style.visibility</p:attrName>
                                        </p:attrNameLst>
                                      </p:cBhvr>
                                      <p:to>
                                        <p:strVal val="visible"/>
                                      </p:to>
                                    </p:set>
                                    <p:anim calcmode="lin" valueType="num">
                                      <p:cBhvr additive="base">
                                        <p:cTn id="21" dur="500" fill="hold"/>
                                        <p:tgtEl>
                                          <p:spTgt spid="293893"/>
                                        </p:tgtEl>
                                        <p:attrNameLst>
                                          <p:attrName>ppt_x</p:attrName>
                                        </p:attrNameLst>
                                      </p:cBhvr>
                                      <p:tavLst>
                                        <p:tav tm="0">
                                          <p:val>
                                            <p:strVal val="#ppt_x"/>
                                          </p:val>
                                        </p:tav>
                                        <p:tav tm="100000">
                                          <p:val>
                                            <p:strVal val="#ppt_x"/>
                                          </p:val>
                                        </p:tav>
                                      </p:tavLst>
                                    </p:anim>
                                    <p:anim calcmode="lin" valueType="num">
                                      <p:cBhvr additive="base">
                                        <p:cTn id="22" dur="500" fill="hold"/>
                                        <p:tgtEl>
                                          <p:spTgt spid="293893"/>
                                        </p:tgtEl>
                                        <p:attrNameLst>
                                          <p:attrName>ppt_y</p:attrName>
                                        </p:attrNameLst>
                                      </p:cBhvr>
                                      <p:tavLst>
                                        <p:tav tm="0">
                                          <p:val>
                                            <p:strVal val="0-#ppt_h/2"/>
                                          </p:val>
                                        </p:tav>
                                        <p:tav tm="100000">
                                          <p:val>
                                            <p:strVal val="#ppt_y"/>
                                          </p:val>
                                        </p:tav>
                                      </p:tavLst>
                                    </p:anim>
                                  </p:childTnLst>
                                  <p:subTnLst>
                                    <p:audio>
                                      <p:cMediaNode>
                                        <p:cTn display="0" masterRel="sameClick">
                                          <p:stCondLst>
                                            <p:cond evt="begin" delay="0">
                                              <p:tn val="19"/>
                                            </p:cond>
                                          </p:stCondLst>
                                          <p:endCondLst>
                                            <p:cond evt="onStopAudio" delay="0">
                                              <p:tgtEl>
                                                <p:sldTgt/>
                                              </p:tgtEl>
                                            </p:cond>
                                          </p:endCondLst>
                                        </p:cTn>
                                        <p:tgtEl>
                                          <p:sndTgt r:embed="rId3" name="carbrake.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3892" grpId="0"/>
      <p:bldP spid="293895" grpId="0" bldLvl="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9" name="Rectangle 2"/>
          <p:cNvSpPr>
            <a:spLocks noGrp="1"/>
          </p:cNvSpPr>
          <p:nvPr>
            <p:ph type="title"/>
          </p:nvPr>
        </p:nvSpPr>
        <p:spPr>
          <a:xfrm>
            <a:off x="381000" y="152400"/>
            <a:ext cx="7935913" cy="685800"/>
          </a:xfrm>
          <a:noFill/>
          <a:ln w="9525">
            <a:noFill/>
          </a:ln>
        </p:spPr>
        <p:txBody>
          <a:bodyPr vert="horz" wrap="square" lIns="91440" tIns="45720" rIns="91440" bIns="45720" rtlCol="0" anchor="ctr" anchorCtr="0">
            <a:normAutofit fontScale="90000"/>
          </a:bodyPr>
          <a:lstStyle/>
          <a:p>
            <a:pPr lvl="0" algn="l" eaLnBrk="1" hangingPunct="1">
              <a:buClrTx/>
              <a:buSzTx/>
              <a:buFontTx/>
            </a:pPr>
            <a:r>
              <a:rPr lang="zh-CN" altLang="en-US" dirty="0">
                <a:sym typeface="+mn-ea"/>
              </a:rPr>
              <a:t>数据可并发使用并能保证数据的一致性</a:t>
            </a:r>
          </a:p>
        </p:txBody>
      </p:sp>
      <p:sp>
        <p:nvSpPr>
          <p:cNvPr id="294915" name="Rectangle 3"/>
          <p:cNvSpPr>
            <a:spLocks noGrp="1" noChangeArrowheads="1"/>
          </p:cNvSpPr>
          <p:nvPr>
            <p:ph idx="1"/>
          </p:nvPr>
        </p:nvSpPr>
        <p:spPr>
          <a:xfrm>
            <a:off x="457200" y="1481138"/>
            <a:ext cx="7799388" cy="4691063"/>
          </a:xfrm>
        </p:spPr>
        <p:txBody>
          <a:bodyPr vert="horz" wrap="square" lIns="91440" tIns="45720" rIns="91440" bIns="45720" numCol="1" anchor="t" anchorCtr="0" compatLnSpc="1"/>
          <a:lstStyle/>
          <a:p>
            <a:pPr marL="342900" marR="0" lvl="0" indent="-342900" algn="just" defTabSz="914400" rtl="0" eaLnBrk="1" fontAlgn="base" latinLnBrk="0" hangingPunct="1">
              <a:lnSpc>
                <a:spcPct val="100000"/>
              </a:lnSpc>
              <a:spcBef>
                <a:spcPct val="20000"/>
              </a:spcBef>
              <a:buClr>
                <a:schemeClr val="tx1"/>
              </a:buClr>
              <a:buSzTx/>
              <a:buFont typeface="Wingdings" panose="05000000000000000000" pitchFamily="2" charset="2"/>
              <a:buChar char="v"/>
              <a:defRPr/>
            </a:pPr>
            <a:r>
              <a:rPr kumimoji="0" lang="zh-CN" altLang="en-US" sz="3600" i="0" u="none" strike="noStrike" kern="0" cap="none" spc="0" normalizeH="0" baseline="0" noProof="0" dirty="0" smtClean="0">
                <a:ln>
                  <a:noFill/>
                </a:ln>
                <a:solidFill>
                  <a:srgbClr val="000000"/>
                </a:solidFill>
                <a:effectLst/>
                <a:uLnTx/>
                <a:uFillTx/>
                <a:cs typeface="等线" panose="02010600030101010101" charset="-122"/>
              </a:rPr>
              <a:t> 在多个用户同时使用数据库时，能够保证不产生冲突和矛盾，保证数据的一致性和正确性。</a:t>
            </a:r>
          </a:p>
        </p:txBody>
      </p:sp>
      <p:graphicFrame>
        <p:nvGraphicFramePr>
          <p:cNvPr id="294917" name="Object 5"/>
          <p:cNvGraphicFramePr/>
          <p:nvPr/>
        </p:nvGraphicFramePr>
        <p:xfrm>
          <a:off x="1547813" y="3284538"/>
          <a:ext cx="5867400" cy="2811462"/>
        </p:xfrm>
        <a:graphic>
          <a:graphicData uri="http://schemas.openxmlformats.org/presentationml/2006/ole">
            <mc:AlternateContent xmlns:mc="http://schemas.openxmlformats.org/markup-compatibility/2006">
              <mc:Choice xmlns:v="urn:schemas-microsoft-com:vml" Requires="v">
                <p:oleObj spid="_x0000_s5145" r:id="rId3" imgW="4961255" imgH="2811780" progId="MS_ClipArt_Gallery.2">
                  <p:embed/>
                </p:oleObj>
              </mc:Choice>
              <mc:Fallback>
                <p:oleObj r:id="rId3" imgW="4961255" imgH="2811780" progId="MS_ClipArt_Gallery.2">
                  <p:embed/>
                  <p:pic>
                    <p:nvPicPr>
                      <p:cNvPr id="0" name="图片 3076"/>
                      <p:cNvPicPr/>
                      <p:nvPr/>
                    </p:nvPicPr>
                    <p:blipFill>
                      <a:blip r:embed="rId4"/>
                      <a:stretch>
                        <a:fillRect/>
                      </a:stretch>
                    </p:blipFill>
                    <p:spPr>
                      <a:xfrm>
                        <a:off x="1547813" y="3284538"/>
                        <a:ext cx="5867400" cy="2811462"/>
                      </a:xfrm>
                      <a:prstGeom prst="rect">
                        <a:avLst/>
                      </a:prstGeom>
                      <a:noFill/>
                      <a:ln w="38100">
                        <a:noFill/>
                        <a:miter/>
                      </a:ln>
                    </p:spPr>
                  </p:pic>
                </p:oleObj>
              </mc:Fallback>
            </mc:AlternateContent>
          </a:graphicData>
        </a:graphic>
      </p:graphicFrame>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294915">
                                            <p:txEl>
                                              <p:pRg st="0" end="0"/>
                                            </p:txEl>
                                          </p:spTgt>
                                        </p:tgtEl>
                                        <p:attrNameLst>
                                          <p:attrName>style.visibility</p:attrName>
                                        </p:attrNameLst>
                                      </p:cBhvr>
                                      <p:to>
                                        <p:strVal val="visible"/>
                                      </p:to>
                                    </p:set>
                                    <p:animEffect transition="in" filter="dissolve">
                                      <p:cBhvr>
                                        <p:cTn id="7" dur="500"/>
                                        <p:tgtEl>
                                          <p:spTgt spid="294915">
                                            <p:txEl>
                                              <p:pRg st="0" end="0"/>
                                            </p:txEl>
                                          </p:spTgt>
                                        </p:tgtEl>
                                      </p:cBhvr>
                                    </p:animEffect>
                                  </p:childTnLst>
                                </p:cTn>
                              </p:par>
                            </p:childTnLst>
                          </p:cTn>
                        </p:par>
                        <p:par>
                          <p:cTn id="8" fill="hold">
                            <p:stCondLst>
                              <p:cond delay="500"/>
                            </p:stCondLst>
                            <p:childTnLst>
                              <p:par>
                                <p:cTn id="9" presetID="18" presetClass="entr" presetSubtype="12" fill="hold" nodeType="afterEffect">
                                  <p:stCondLst>
                                    <p:cond delay="0"/>
                                  </p:stCondLst>
                                  <p:childTnLst>
                                    <p:set>
                                      <p:cBhvr>
                                        <p:cTn id="10" dur="1" fill="hold">
                                          <p:stCondLst>
                                            <p:cond delay="0"/>
                                          </p:stCondLst>
                                        </p:cTn>
                                        <p:tgtEl>
                                          <p:spTgt spid="294917"/>
                                        </p:tgtEl>
                                        <p:attrNameLst>
                                          <p:attrName>style.visibility</p:attrName>
                                        </p:attrNameLst>
                                      </p:cBhvr>
                                      <p:to>
                                        <p:strVal val="visible"/>
                                      </p:to>
                                    </p:set>
                                    <p:animEffect transition="in" filter="strips(downLeft)">
                                      <p:cBhvr>
                                        <p:cTn id="11" dur="500"/>
                                        <p:tgtEl>
                                          <p:spTgt spid="2949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4915" grpId="0" build="p"/>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Rectangle 2"/>
          <p:cNvSpPr>
            <a:spLocks noGrp="1"/>
          </p:cNvSpPr>
          <p:nvPr>
            <p:ph type="title"/>
          </p:nvPr>
        </p:nvSpPr>
        <p:spPr>
          <a:noFill/>
          <a:ln w="9525">
            <a:noFill/>
          </a:ln>
        </p:spPr>
        <p:txBody>
          <a:bodyPr vert="horz" wrap="square" lIns="91440" tIns="45720" rIns="91440" bIns="45720" rtlCol="0" anchor="ctr" anchorCtr="0">
            <a:normAutofit/>
          </a:bodyPr>
          <a:lstStyle/>
          <a:p>
            <a:pPr lvl="0" algn="l" eaLnBrk="1" hangingPunct="1">
              <a:buClrTx/>
              <a:buSzTx/>
              <a:buFontTx/>
            </a:pPr>
            <a:r>
              <a:rPr lang="zh-CN" altLang="en-US" dirty="0">
                <a:sym typeface="+mn-ea"/>
              </a:rPr>
              <a:t>并发操作示例</a:t>
            </a:r>
          </a:p>
        </p:txBody>
      </p:sp>
      <p:sp>
        <p:nvSpPr>
          <p:cNvPr id="18434" name="AutoShape 13"/>
          <p:cNvSpPr/>
          <p:nvPr/>
        </p:nvSpPr>
        <p:spPr>
          <a:xfrm>
            <a:off x="3581400" y="4419600"/>
            <a:ext cx="1981200" cy="1676400"/>
          </a:xfrm>
          <a:prstGeom prst="flowChartMagneticDisk">
            <a:avLst/>
          </a:prstGeom>
          <a:solidFill>
            <a:srgbClr val="00FF99"/>
          </a:solidFill>
          <a:ln w="9525" cap="flat" cmpd="sng">
            <a:solidFill>
              <a:schemeClr val="tx1"/>
            </a:solidFill>
            <a:prstDash val="solid"/>
            <a:round/>
            <a:headEnd type="none" w="med" len="med"/>
            <a:tailEnd type="none" w="med" len="med"/>
          </a:ln>
        </p:spPr>
        <p:txBody>
          <a:bodyPr wrap="none" anchor="ctr" anchorCtr="0"/>
          <a:lstStyle/>
          <a:p>
            <a:pPr lvl="0" algn="ctr"/>
            <a:r>
              <a:rPr lang="en-US" altLang="zh-CN" sz="2400">
                <a:solidFill>
                  <a:srgbClr val="2A4C41"/>
                </a:solidFill>
                <a:latin typeface="Times New Roman" panose="02020603050405020304" pitchFamily="18" charset="0"/>
                <a:ea typeface="宋体" panose="02010600030101010101" pitchFamily="2" charset="-122"/>
              </a:rPr>
              <a:t>10</a:t>
            </a:r>
            <a:r>
              <a:rPr lang="zh-CN" altLang="en-US" sz="2400">
                <a:solidFill>
                  <a:srgbClr val="2A4C41"/>
                </a:solidFill>
                <a:latin typeface="Times New Roman" panose="02020603050405020304" pitchFamily="18" charset="0"/>
                <a:ea typeface="宋体" panose="02010600030101010101" pitchFamily="2" charset="-122"/>
              </a:rPr>
              <a:t>张票</a:t>
            </a:r>
            <a:endParaRPr lang="zh-CN" altLang="en-US" sz="2400" dirty="0">
              <a:solidFill>
                <a:srgbClr val="2A4C41"/>
              </a:solidFill>
              <a:latin typeface="Times New Roman" panose="02020603050405020304" pitchFamily="18" charset="0"/>
              <a:ea typeface="宋体" panose="02010600030101010101" pitchFamily="2" charset="-122"/>
            </a:endParaRPr>
          </a:p>
        </p:txBody>
      </p:sp>
      <p:sp>
        <p:nvSpPr>
          <p:cNvPr id="295950" name="Text Box 14"/>
          <p:cNvSpPr txBox="1"/>
          <p:nvPr/>
        </p:nvSpPr>
        <p:spPr>
          <a:xfrm>
            <a:off x="5148263" y="1168400"/>
            <a:ext cx="2736850" cy="519113"/>
          </a:xfrm>
          <a:prstGeom prst="rect">
            <a:avLst/>
          </a:prstGeom>
          <a:noFill/>
          <a:ln w="9525">
            <a:noFill/>
          </a:ln>
        </p:spPr>
        <p:txBody>
          <a:bodyPr anchor="t" anchorCtr="0">
            <a:spAutoFit/>
          </a:bodyPr>
          <a:lstStyle/>
          <a:p>
            <a:r>
              <a:rPr lang="zh-CN" altLang="en-US" sz="2400" b="1" dirty="0">
                <a:solidFill>
                  <a:srgbClr val="FF0000"/>
                </a:solidFill>
                <a:latin typeface="Gulim" panose="020B0600000101010101" pitchFamily="34" charset="-127"/>
                <a:ea typeface="宋体" panose="02010600030101010101" pitchFamily="2" charset="-122"/>
              </a:rPr>
              <a:t>订</a:t>
            </a:r>
            <a:r>
              <a:rPr lang="en-US" altLang="zh-CN" sz="2400" b="1" dirty="0">
                <a:solidFill>
                  <a:srgbClr val="FF0000"/>
                </a:solidFill>
                <a:latin typeface="Gulim" panose="020B0600000101010101" pitchFamily="34" charset="-127"/>
                <a:ea typeface="宋体" panose="02010600030101010101" pitchFamily="2" charset="-122"/>
              </a:rPr>
              <a:t>8</a:t>
            </a:r>
            <a:r>
              <a:rPr lang="zh-CN" altLang="en-US" sz="2400" b="1" dirty="0">
                <a:solidFill>
                  <a:srgbClr val="FF0000"/>
                </a:solidFill>
                <a:latin typeface="Gulim" panose="020B0600000101010101" pitchFamily="34" charset="-127"/>
                <a:ea typeface="宋体" panose="02010600030101010101" pitchFamily="2" charset="-122"/>
              </a:rPr>
              <a:t>张票：</a:t>
            </a:r>
            <a:r>
              <a:rPr lang="en-US" altLang="zh-CN" sz="2800" b="1" dirty="0">
                <a:solidFill>
                  <a:srgbClr val="FF0000"/>
                </a:solidFill>
                <a:latin typeface="Times New Roman" panose="02020603050405020304" pitchFamily="18" charset="0"/>
                <a:ea typeface="宋体" panose="02010600030101010101" pitchFamily="2" charset="-122"/>
              </a:rPr>
              <a:t>10-8=2</a:t>
            </a:r>
          </a:p>
        </p:txBody>
      </p:sp>
      <p:sp>
        <p:nvSpPr>
          <p:cNvPr id="295951" name="Text Box 15"/>
          <p:cNvSpPr txBox="1"/>
          <p:nvPr/>
        </p:nvSpPr>
        <p:spPr>
          <a:xfrm>
            <a:off x="827088" y="1219200"/>
            <a:ext cx="2952750" cy="519113"/>
          </a:xfrm>
          <a:prstGeom prst="rect">
            <a:avLst/>
          </a:prstGeom>
          <a:noFill/>
          <a:ln w="9525">
            <a:noFill/>
          </a:ln>
        </p:spPr>
        <p:txBody>
          <a:bodyPr anchor="t" anchorCtr="0">
            <a:spAutoFit/>
          </a:bodyPr>
          <a:lstStyle/>
          <a:p>
            <a:r>
              <a:rPr lang="zh-CN" altLang="en-US" sz="2800" b="1" dirty="0" smtClean="0">
                <a:solidFill>
                  <a:srgbClr val="FF0000"/>
                </a:solidFill>
                <a:latin typeface="Times New Roman" panose="02020603050405020304" pitchFamily="18" charset="0"/>
                <a:ea typeface="宋体" panose="02010600030101010101" pitchFamily="2" charset="-122"/>
              </a:rPr>
              <a:t>订</a:t>
            </a:r>
            <a:r>
              <a:rPr lang="en-US" altLang="zh-CN" sz="2800" b="1" dirty="0" smtClean="0">
                <a:solidFill>
                  <a:srgbClr val="FF0000"/>
                </a:solidFill>
                <a:latin typeface="Times New Roman" panose="02020603050405020304" pitchFamily="18" charset="0"/>
                <a:ea typeface="宋体" panose="02010600030101010101" pitchFamily="2" charset="-122"/>
              </a:rPr>
              <a:t>6</a:t>
            </a:r>
            <a:r>
              <a:rPr lang="zh-CN" altLang="en-US" sz="2800" b="1" dirty="0" smtClean="0">
                <a:solidFill>
                  <a:srgbClr val="FF0000"/>
                </a:solidFill>
                <a:latin typeface="Times New Roman" panose="02020603050405020304" pitchFamily="18" charset="0"/>
                <a:ea typeface="宋体" panose="02010600030101010101" pitchFamily="2" charset="-122"/>
              </a:rPr>
              <a:t>张</a:t>
            </a:r>
            <a:r>
              <a:rPr lang="zh-CN" altLang="en-US" sz="2800" b="1" dirty="0">
                <a:solidFill>
                  <a:srgbClr val="FF0000"/>
                </a:solidFill>
                <a:latin typeface="Times New Roman" panose="02020603050405020304" pitchFamily="18" charset="0"/>
                <a:ea typeface="宋体" panose="02010600030101010101" pitchFamily="2" charset="-122"/>
              </a:rPr>
              <a:t>票：</a:t>
            </a:r>
            <a:r>
              <a:rPr lang="en-US" altLang="zh-CN" sz="2800" b="1" dirty="0">
                <a:solidFill>
                  <a:srgbClr val="FF0000"/>
                </a:solidFill>
                <a:latin typeface="Times New Roman" panose="02020603050405020304" pitchFamily="18" charset="0"/>
                <a:ea typeface="宋体" panose="02010600030101010101" pitchFamily="2" charset="-122"/>
              </a:rPr>
              <a:t>10-6=4</a:t>
            </a:r>
            <a:endParaRPr lang="en-US" altLang="zh-CN" sz="2800" b="1" dirty="0">
              <a:latin typeface="Times New Roman" panose="02020603050405020304" pitchFamily="18" charset="0"/>
              <a:ea typeface="宋体" panose="02010600030101010101" pitchFamily="2" charset="-122"/>
            </a:endParaRPr>
          </a:p>
        </p:txBody>
      </p:sp>
      <p:sp>
        <p:nvSpPr>
          <p:cNvPr id="295952" name="AutoShape 16"/>
          <p:cNvSpPr/>
          <p:nvPr/>
        </p:nvSpPr>
        <p:spPr>
          <a:xfrm rot="3139655">
            <a:off x="2705100" y="2247900"/>
            <a:ext cx="1828800" cy="838200"/>
          </a:xfrm>
          <a:prstGeom prst="rightArrow">
            <a:avLst>
              <a:gd name="adj1" fmla="val 50000"/>
              <a:gd name="adj2" fmla="val 54535"/>
            </a:avLst>
          </a:prstGeom>
          <a:solidFill>
            <a:schemeClr val="hlink"/>
          </a:solidFill>
          <a:ln w="9525" cap="flat" cmpd="sng">
            <a:solidFill>
              <a:schemeClr val="tx1"/>
            </a:solidFill>
            <a:prstDash val="solid"/>
            <a:miter/>
            <a:headEnd type="none" w="med" len="med"/>
            <a:tailEnd type="none" w="med" len="med"/>
          </a:ln>
        </p:spPr>
        <p:txBody>
          <a:bodyPr wrap="none" anchor="ctr" anchorCtr="0"/>
          <a:lstStyle/>
          <a:p>
            <a:pPr algn="ctr"/>
            <a:r>
              <a:rPr lang="en-US" altLang="zh-CN" sz="2400" dirty="0">
                <a:latin typeface="Times New Roman" panose="02020603050405020304" pitchFamily="18" charset="0"/>
                <a:ea typeface="宋体" panose="02010600030101010101" pitchFamily="2" charset="-122"/>
              </a:rPr>
              <a:t>4</a:t>
            </a:r>
            <a:endParaRPr lang="zh-CN" altLang="en-US" sz="2400" dirty="0">
              <a:latin typeface="Times New Roman" panose="02020603050405020304" pitchFamily="18" charset="0"/>
              <a:ea typeface="宋体" panose="02010600030101010101" pitchFamily="2" charset="-122"/>
            </a:endParaRPr>
          </a:p>
        </p:txBody>
      </p:sp>
      <p:sp>
        <p:nvSpPr>
          <p:cNvPr id="295953" name="AutoShape 17"/>
          <p:cNvSpPr/>
          <p:nvPr/>
        </p:nvSpPr>
        <p:spPr>
          <a:xfrm rot="18286423">
            <a:off x="4953000" y="2286000"/>
            <a:ext cx="1828800" cy="762000"/>
          </a:xfrm>
          <a:prstGeom prst="leftArrow">
            <a:avLst>
              <a:gd name="adj1" fmla="val 50000"/>
              <a:gd name="adj2" fmla="val 60000"/>
            </a:avLst>
          </a:prstGeom>
          <a:solidFill>
            <a:schemeClr val="hlink"/>
          </a:solidFill>
          <a:ln w="9525" cap="flat" cmpd="sng">
            <a:solidFill>
              <a:schemeClr val="tx1"/>
            </a:solidFill>
            <a:prstDash val="solid"/>
            <a:miter/>
            <a:headEnd type="none" w="med" len="med"/>
            <a:tailEnd type="none" w="med" len="med"/>
          </a:ln>
        </p:spPr>
        <p:txBody>
          <a:bodyPr wrap="none" anchor="ctr" anchorCtr="0"/>
          <a:lstStyle/>
          <a:p>
            <a:pPr algn="ctr"/>
            <a:r>
              <a:rPr lang="en-US" altLang="zh-CN" sz="2400" dirty="0">
                <a:latin typeface="Times New Roman" panose="02020603050405020304" pitchFamily="18" charset="0"/>
                <a:ea typeface="宋体" panose="02010600030101010101" pitchFamily="2" charset="-122"/>
              </a:rPr>
              <a:t>2</a:t>
            </a:r>
            <a:endParaRPr lang="zh-CN" altLang="en-US" sz="2400" dirty="0">
              <a:latin typeface="Times New Roman" panose="02020603050405020304" pitchFamily="18" charset="0"/>
              <a:ea typeface="宋体" panose="02010600030101010101" pitchFamily="2" charset="-122"/>
            </a:endParaRPr>
          </a:p>
        </p:txBody>
      </p:sp>
      <p:sp>
        <p:nvSpPr>
          <p:cNvPr id="295954" name="AutoShape 18"/>
          <p:cNvSpPr/>
          <p:nvPr/>
        </p:nvSpPr>
        <p:spPr>
          <a:xfrm rot="3218516">
            <a:off x="1638300" y="2857500"/>
            <a:ext cx="2438400" cy="838200"/>
          </a:xfrm>
          <a:prstGeom prst="leftArrow">
            <a:avLst>
              <a:gd name="adj1" fmla="val 50000"/>
              <a:gd name="adj2" fmla="val 72713"/>
            </a:avLst>
          </a:prstGeom>
          <a:solidFill>
            <a:srgbClr val="FF66CC"/>
          </a:solidFill>
          <a:ln w="9525" cap="flat" cmpd="sng">
            <a:solidFill>
              <a:schemeClr val="tx1"/>
            </a:solidFill>
            <a:prstDash val="solid"/>
            <a:miter/>
            <a:headEnd type="none" w="med" len="med"/>
            <a:tailEnd type="none" w="med" len="med"/>
          </a:ln>
        </p:spPr>
        <p:txBody>
          <a:bodyPr wrap="none" anchor="ctr" anchorCtr="0"/>
          <a:lstStyle/>
          <a:p>
            <a:pPr algn="ctr"/>
            <a:r>
              <a:rPr lang="en-US" altLang="zh-CN" sz="2400" dirty="0">
                <a:latin typeface="Times New Roman" panose="02020603050405020304" pitchFamily="18" charset="0"/>
                <a:ea typeface="宋体" panose="02010600030101010101" pitchFamily="2" charset="-122"/>
              </a:rPr>
              <a:t>10</a:t>
            </a:r>
            <a:endParaRPr lang="zh-CN" altLang="en-US" sz="2400" dirty="0">
              <a:latin typeface="Times New Roman" panose="02020603050405020304" pitchFamily="18" charset="0"/>
              <a:ea typeface="宋体" panose="02010600030101010101" pitchFamily="2" charset="-122"/>
            </a:endParaRPr>
          </a:p>
        </p:txBody>
      </p:sp>
      <p:sp>
        <p:nvSpPr>
          <p:cNvPr id="295955" name="AutoShape 19"/>
          <p:cNvSpPr/>
          <p:nvPr/>
        </p:nvSpPr>
        <p:spPr>
          <a:xfrm rot="18422459">
            <a:off x="5386388" y="3001963"/>
            <a:ext cx="2286000" cy="800100"/>
          </a:xfrm>
          <a:prstGeom prst="rightArrow">
            <a:avLst>
              <a:gd name="adj1" fmla="val 50000"/>
              <a:gd name="adj2" fmla="val 71415"/>
            </a:avLst>
          </a:prstGeom>
          <a:solidFill>
            <a:srgbClr val="FF66CC"/>
          </a:solidFill>
          <a:ln w="9525" cap="flat" cmpd="sng">
            <a:solidFill>
              <a:schemeClr val="tx1"/>
            </a:solidFill>
            <a:prstDash val="solid"/>
            <a:miter/>
            <a:headEnd type="none" w="med" len="med"/>
            <a:tailEnd type="none" w="med" len="med"/>
          </a:ln>
        </p:spPr>
        <p:txBody>
          <a:bodyPr wrap="none" anchor="ctr" anchorCtr="0"/>
          <a:lstStyle/>
          <a:p>
            <a:pPr algn="ctr"/>
            <a:r>
              <a:rPr lang="en-US" altLang="zh-CN" sz="2400" dirty="0">
                <a:latin typeface="Times New Roman" panose="02020603050405020304" pitchFamily="18" charset="0"/>
                <a:ea typeface="宋体" panose="02010600030101010101" pitchFamily="2" charset="-122"/>
              </a:rPr>
              <a:t>10</a:t>
            </a:r>
            <a:endParaRPr lang="zh-CN" altLang="en-US" sz="2400" dirty="0">
              <a:latin typeface="Times New Roman" panose="02020603050405020304" pitchFamily="18" charset="0"/>
              <a:ea typeface="宋体" panose="02010600030101010101" pitchFamily="2" charset="-122"/>
            </a:endParaRPr>
          </a:p>
        </p:txBody>
      </p:sp>
      <p:sp>
        <p:nvSpPr>
          <p:cNvPr id="18442" name="WordArt 20"/>
          <p:cNvSpPr>
            <a:spLocks noTextEdit="1"/>
          </p:cNvSpPr>
          <p:nvPr/>
        </p:nvSpPr>
        <p:spPr>
          <a:xfrm>
            <a:off x="4343400" y="3581400"/>
            <a:ext cx="571500" cy="762000"/>
          </a:xfrm>
          <a:prstGeom prst="rect">
            <a:avLst/>
          </a:prstGeom>
        </p:spPr>
        <p:txBody>
          <a:bodyPr wrap="none" fromWordArt="1">
            <a:prstTxWarp prst="textFadeUp">
              <a:avLst>
                <a:gd name="adj" fmla="val 9991"/>
              </a:avLst>
            </a:prstTxWarp>
            <a:normAutofit fontScale="85000" lnSpcReduction="20000"/>
          </a:bodyPr>
          <a:lstStyle/>
          <a:p>
            <a:pPr algn="ctr"/>
            <a:r>
              <a:rPr lang="zh-CN" altLang="en-US" sz="6000">
                <a:ln w="12700" cap="flat" cmpd="sng">
                  <a:solidFill>
                    <a:srgbClr val="B2B2B2"/>
                  </a:solidFill>
                  <a:prstDash val="solid"/>
                  <a:round/>
                  <a:headEnd type="none" w="med" len="med"/>
                  <a:tailEnd type="none" w="med" len="med"/>
                </a:ln>
                <a:gradFill rotWithShape="1">
                  <a:gsLst>
                    <a:gs pos="0">
                      <a:srgbClr val="520402"/>
                    </a:gs>
                    <a:gs pos="100000">
                      <a:srgbClr val="FFCC00"/>
                    </a:gs>
                  </a:gsLst>
                  <a:lin ang="5400000" scaled="1"/>
                  <a:tileRect/>
                </a:gradFill>
                <a:effectLst>
                  <a:outerShdw dist="35921" dir="2699999" sy="50000" rotWithShape="0">
                    <a:srgbClr val="875B0D"/>
                  </a:outerShdw>
                </a:effectLst>
                <a:latin typeface="宋体" panose="02010600030101010101" pitchFamily="2" charset="-122"/>
                <a:ea typeface="宋体" panose="02010600030101010101" pitchFamily="2" charset="-122"/>
              </a:rPr>
              <a:t>？</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29595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29595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295951">
                                            <p:txEl>
                                              <p:pRg st="0" end="0"/>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499"/>
                                          </p:stCondLst>
                                        </p:cTn>
                                        <p:tgtEl>
                                          <p:spTgt spid="295950">
                                            <p:txEl>
                                              <p:pRg st="0" end="0"/>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499"/>
                                          </p:stCondLst>
                                        </p:cTn>
                                        <p:tgtEl>
                                          <p:spTgt spid="295952"/>
                                        </p:tgtEl>
                                        <p:attrNameLst>
                                          <p:attrName>style.visibility</p:attrName>
                                        </p:attrNameLst>
                                      </p:cBhvr>
                                      <p:to>
                                        <p:strVal val="visible"/>
                                      </p:to>
                                    </p:set>
                                  </p:childTnLst>
                                </p:cTn>
                              </p:par>
                            </p:childTnLst>
                          </p:cTn>
                        </p:par>
                        <p:par>
                          <p:cTn id="23" fill="hold">
                            <p:stCondLst>
                              <p:cond delay="500"/>
                            </p:stCondLst>
                            <p:childTnLst>
                              <p:par>
                                <p:cTn id="24" presetID="1" presetClass="entr" presetSubtype="0" fill="hold" grpId="0" nodeType="afterEffect">
                                  <p:stCondLst>
                                    <p:cond delay="0"/>
                                  </p:stCondLst>
                                  <p:childTnLst>
                                    <p:set>
                                      <p:cBhvr>
                                        <p:cTn id="25" dur="1" fill="hold">
                                          <p:stCondLst>
                                            <p:cond delay="499"/>
                                          </p:stCondLst>
                                        </p:cTn>
                                        <p:tgtEl>
                                          <p:spTgt spid="295953"/>
                                        </p:tgtEl>
                                        <p:attrNameLst>
                                          <p:attrName>style.visibility</p:attrName>
                                        </p:attrNameLst>
                                      </p:cBhvr>
                                      <p:to>
                                        <p:strVal val="visible"/>
                                      </p:to>
                                    </p:set>
                                  </p:childTnLst>
                                </p:cTn>
                              </p:par>
                            </p:childTnLst>
                          </p:cTn>
                        </p:par>
                        <p:par>
                          <p:cTn id="26" fill="hold">
                            <p:stCondLst>
                              <p:cond delay="1000"/>
                            </p:stCondLst>
                            <p:childTnLst>
                              <p:par>
                                <p:cTn id="27" presetID="2" presetClass="entr" presetSubtype="8" fill="hold" nodeType="afterEffect">
                                  <p:stCondLst>
                                    <p:cond delay="0"/>
                                  </p:stCondLst>
                                  <p:childTnLst>
                                    <p:set>
                                      <p:cBhvr>
                                        <p:cTn id="28" dur="1" fill="hold">
                                          <p:stCondLst>
                                            <p:cond delay="0"/>
                                          </p:stCondLst>
                                        </p:cTn>
                                        <p:tgtEl>
                                          <p:spTgt spid="18442"/>
                                        </p:tgtEl>
                                        <p:attrNameLst>
                                          <p:attrName>style.visibility</p:attrName>
                                        </p:attrNameLst>
                                      </p:cBhvr>
                                      <p:to>
                                        <p:strVal val="visible"/>
                                      </p:to>
                                    </p:set>
                                    <p:anim calcmode="lin" valueType="num">
                                      <p:cBhvr additive="base">
                                        <p:cTn id="29" dur="500" fill="hold"/>
                                        <p:tgtEl>
                                          <p:spTgt spid="18442"/>
                                        </p:tgtEl>
                                        <p:attrNameLst>
                                          <p:attrName>ppt_x</p:attrName>
                                        </p:attrNameLst>
                                      </p:cBhvr>
                                      <p:tavLst>
                                        <p:tav tm="0">
                                          <p:val>
                                            <p:strVal val="0-#ppt_w/2"/>
                                          </p:val>
                                        </p:tav>
                                        <p:tav tm="100000">
                                          <p:val>
                                            <p:strVal val="#ppt_x"/>
                                          </p:val>
                                        </p:tav>
                                      </p:tavLst>
                                    </p:anim>
                                    <p:anim calcmode="lin" valueType="num">
                                      <p:cBhvr additive="base">
                                        <p:cTn id="30" dur="500" fill="hold"/>
                                        <p:tgtEl>
                                          <p:spTgt spid="18442"/>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27"/>
                                            </p:cond>
                                          </p:stCondLst>
                                          <p:endCondLst>
                                            <p:cond evt="onStopAudio" delay="0">
                                              <p:tgtEl>
                                                <p:sldTgt/>
                                              </p:tgtEl>
                                            </p:cond>
                                          </p:endCondLst>
                                        </p:cTn>
                                        <p:tgtEl>
                                          <p:sndTgt r:embed="rId2" name="WHOOSH.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5950" grpId="0" build="p"/>
      <p:bldP spid="295951" grpId="0" build="p"/>
      <p:bldP spid="295952" grpId="0" animBg="1"/>
      <p:bldP spid="295953" grpId="0" animBg="1"/>
      <p:bldP spid="295954" grpId="0" animBg="1"/>
      <p:bldP spid="295955"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7" name="Rectangle 2"/>
          <p:cNvSpPr>
            <a:spLocks noGrp="1"/>
          </p:cNvSpPr>
          <p:nvPr>
            <p:ph type="title"/>
          </p:nvPr>
        </p:nvSpPr>
        <p:spPr>
          <a:noFill/>
          <a:ln w="9525">
            <a:noFill/>
          </a:ln>
        </p:spPr>
        <p:txBody>
          <a:bodyPr vert="horz" wrap="square" lIns="91440" tIns="45720" rIns="91440" bIns="45720" rtlCol="0" anchor="ctr" anchorCtr="0">
            <a:normAutofit/>
          </a:bodyPr>
          <a:lstStyle/>
          <a:p>
            <a:pPr lvl="0" algn="l" eaLnBrk="1" hangingPunct="1">
              <a:buClrTx/>
              <a:buSzTx/>
              <a:buFontTx/>
            </a:pPr>
            <a:r>
              <a:rPr lang="zh-CN" altLang="en-US" dirty="0">
                <a:sym typeface="+mn-ea"/>
              </a:rPr>
              <a:t>1.2 数据独立性</a:t>
            </a:r>
          </a:p>
        </p:txBody>
      </p:sp>
      <p:sp>
        <p:nvSpPr>
          <p:cNvPr id="19458" name="Rectangle 3"/>
          <p:cNvSpPr>
            <a:spLocks noGrp="1"/>
          </p:cNvSpPr>
          <p:nvPr>
            <p:ph idx="1"/>
          </p:nvPr>
        </p:nvSpPr>
        <p:spPr>
          <a:xfrm>
            <a:off x="467544" y="1196752"/>
            <a:ext cx="8229600" cy="4876800"/>
          </a:xfrm>
        </p:spPr>
        <p:txBody>
          <a:bodyPr vert="horz" wrap="square" lIns="91440" tIns="45720" rIns="91440" bIns="45720" anchor="t" anchorCtr="0"/>
          <a:lstStyle/>
          <a:p>
            <a:pPr eaLnBrk="1" hangingPunct="1"/>
            <a:r>
              <a:rPr lang="zh-CN" altLang="en-US" sz="3000" dirty="0">
                <a:cs typeface="等线" panose="02010600030101010101" charset="-122"/>
              </a:rPr>
              <a:t>数据独立性包含两个方面</a:t>
            </a:r>
          </a:p>
          <a:p>
            <a:pPr lvl="1" eaLnBrk="1" hangingPunct="1"/>
            <a:r>
              <a:rPr lang="zh-CN" altLang="en-US" sz="3000" dirty="0">
                <a:cs typeface="等线" panose="02010600030101010101" charset="-122"/>
              </a:rPr>
              <a:t>逻辑独立性</a:t>
            </a:r>
          </a:p>
          <a:p>
            <a:pPr lvl="1" eaLnBrk="1" hangingPunct="1"/>
            <a:r>
              <a:rPr lang="zh-CN" altLang="en-US" sz="3000" dirty="0">
                <a:cs typeface="等线" panose="02010600030101010101" charset="-122"/>
              </a:rPr>
              <a:t>物理独立性</a:t>
            </a:r>
          </a:p>
          <a:p>
            <a:pPr eaLnBrk="1" hangingPunct="1">
              <a:spcBef>
                <a:spcPts val="1800"/>
              </a:spcBef>
            </a:pPr>
            <a:r>
              <a:rPr lang="zh-CN" altLang="en-US" sz="3000" dirty="0">
                <a:solidFill>
                  <a:srgbClr val="FF0000"/>
                </a:solidFill>
                <a:cs typeface="等线" panose="02010600030101010101" charset="-122"/>
              </a:rPr>
              <a:t>物理独立性</a:t>
            </a:r>
            <a:r>
              <a:rPr lang="zh-CN" altLang="en-US" sz="3000" dirty="0">
                <a:cs typeface="等线" panose="02010600030101010101" charset="-122"/>
              </a:rPr>
              <a:t>是指当数据的</a:t>
            </a:r>
            <a:r>
              <a:rPr lang="zh-CN" altLang="en-US" sz="3000" i="1" u="sng" dirty="0">
                <a:cs typeface="等线" panose="02010600030101010101" charset="-122"/>
              </a:rPr>
              <a:t>存储结构</a:t>
            </a:r>
            <a:r>
              <a:rPr lang="zh-CN" altLang="en-US" sz="3000" dirty="0">
                <a:cs typeface="等线" panose="02010600030101010101" charset="-122"/>
              </a:rPr>
              <a:t>发生变化时，比如，从链表存储改为哈希表存储，不影响应用程序的特性；</a:t>
            </a:r>
          </a:p>
          <a:p>
            <a:pPr eaLnBrk="1" hangingPunct="1">
              <a:spcBef>
                <a:spcPts val="1800"/>
              </a:spcBef>
            </a:pPr>
            <a:r>
              <a:rPr lang="zh-CN" altLang="en-US" sz="3000" dirty="0">
                <a:solidFill>
                  <a:srgbClr val="FF0000"/>
                </a:solidFill>
                <a:cs typeface="等线" panose="02010600030101010101" charset="-122"/>
              </a:rPr>
              <a:t>逻辑独立性</a:t>
            </a:r>
            <a:r>
              <a:rPr lang="zh-CN" altLang="en-US" sz="3000" dirty="0">
                <a:cs typeface="等线" panose="02010600030101010101" charset="-122"/>
              </a:rPr>
              <a:t>是指当表达现实世界的信息</a:t>
            </a:r>
            <a:r>
              <a:rPr lang="zh-CN" altLang="en-US" sz="3000" i="1" u="sng" dirty="0">
                <a:cs typeface="等线" panose="02010600030101010101" charset="-122"/>
              </a:rPr>
              <a:t>内容</a:t>
            </a:r>
            <a:r>
              <a:rPr lang="zh-CN" altLang="en-US" sz="3000" dirty="0">
                <a:cs typeface="等线" panose="02010600030101010101" charset="-122"/>
              </a:rPr>
              <a:t>发生变化时，比如增加一些列、删除</a:t>
            </a:r>
            <a:r>
              <a:rPr lang="zh-CN" altLang="en-US" sz="3000" dirty="0">
                <a:solidFill>
                  <a:srgbClr val="009900"/>
                </a:solidFill>
                <a:cs typeface="等线" panose="02010600030101010101" charset="-122"/>
              </a:rPr>
              <a:t>无用列</a:t>
            </a:r>
            <a:r>
              <a:rPr lang="zh-CN" altLang="en-US" sz="3000" dirty="0">
                <a:cs typeface="等线" panose="02010600030101010101" charset="-122"/>
              </a:rPr>
              <a:t>等，也不影响应用程序的特性。 </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5810" name="Rectangle 2"/>
          <p:cNvSpPr>
            <a:spLocks noGrp="1"/>
          </p:cNvSpPr>
          <p:nvPr>
            <p:ph type="title"/>
          </p:nvPr>
        </p:nvSpPr>
        <p:spPr>
          <a:noFill/>
          <a:ln w="9525">
            <a:noFill/>
          </a:ln>
        </p:spPr>
        <p:txBody>
          <a:bodyPr vert="horz" wrap="square" lIns="91440" tIns="45720" rIns="91440" bIns="45720" rtlCol="0" anchor="ctr" anchorCtr="0">
            <a:normAutofit/>
          </a:bodyPr>
          <a:lstStyle/>
          <a:p>
            <a:pPr lvl="0" algn="l" eaLnBrk="1" hangingPunct="1">
              <a:buClrTx/>
              <a:buSzTx/>
              <a:buFontTx/>
            </a:pPr>
            <a:r>
              <a:rPr lang="zh-CN" altLang="en-US" dirty="0">
                <a:sym typeface="+mn-ea"/>
              </a:rPr>
              <a:t>1.3 </a:t>
            </a:r>
            <a:r>
              <a:rPr lang="zh-CN" altLang="en-US" dirty="0" smtClean="0">
                <a:sym typeface="+mn-ea"/>
              </a:rPr>
              <a:t>数据库系统</a:t>
            </a:r>
            <a:r>
              <a:rPr lang="en-US" altLang="zh-CN" dirty="0" smtClean="0">
                <a:sym typeface="+mn-ea"/>
              </a:rPr>
              <a:t>DBS</a:t>
            </a:r>
            <a:r>
              <a:rPr lang="zh-CN" altLang="en-US" dirty="0" smtClean="0">
                <a:sym typeface="+mn-ea"/>
              </a:rPr>
              <a:t>的</a:t>
            </a:r>
            <a:r>
              <a:rPr lang="zh-CN" altLang="en-US" dirty="0">
                <a:sym typeface="+mn-ea"/>
              </a:rPr>
              <a:t>组成 </a:t>
            </a:r>
          </a:p>
        </p:txBody>
      </p:sp>
      <p:sp>
        <p:nvSpPr>
          <p:cNvPr id="20482" name="Text Box 5"/>
          <p:cNvSpPr txBox="1"/>
          <p:nvPr/>
        </p:nvSpPr>
        <p:spPr>
          <a:xfrm>
            <a:off x="755650" y="3336925"/>
            <a:ext cx="1884363" cy="609600"/>
          </a:xfrm>
          <a:prstGeom prst="rect">
            <a:avLst/>
          </a:prstGeom>
          <a:solidFill>
            <a:srgbClr val="FFFFFF"/>
          </a:solidFill>
          <a:ln w="9525">
            <a:noFill/>
          </a:ln>
        </p:spPr>
        <p:txBody>
          <a:bodyPr anchor="t" anchorCtr="0"/>
          <a:lstStyle/>
          <a:p>
            <a:pPr algn="just" eaLnBrk="0" hangingPunct="0"/>
            <a:r>
              <a:rPr lang="zh-CN" altLang="en-US" sz="2400" b="1" dirty="0">
                <a:solidFill>
                  <a:srgbClr val="009900"/>
                </a:solidFill>
                <a:latin typeface="Times New Roman" panose="02020603050405020304" pitchFamily="18" charset="0"/>
                <a:ea typeface="宋体" panose="02010600030101010101" pitchFamily="2" charset="-122"/>
              </a:rPr>
              <a:t>… …</a:t>
            </a:r>
          </a:p>
        </p:txBody>
      </p:sp>
      <p:sp>
        <p:nvSpPr>
          <p:cNvPr id="20483" name="Text Box 6"/>
          <p:cNvSpPr txBox="1"/>
          <p:nvPr/>
        </p:nvSpPr>
        <p:spPr>
          <a:xfrm>
            <a:off x="755650" y="1916113"/>
            <a:ext cx="1884363" cy="609600"/>
          </a:xfrm>
          <a:prstGeom prst="rect">
            <a:avLst/>
          </a:prstGeom>
          <a:solidFill>
            <a:srgbClr val="FFFFFF"/>
          </a:solidFill>
          <a:ln w="9525" cap="flat" cmpd="sng">
            <a:solidFill>
              <a:srgbClr val="000000"/>
            </a:solidFill>
            <a:prstDash val="solid"/>
            <a:miter/>
            <a:headEnd type="none" w="med" len="med"/>
            <a:tailEnd type="none" w="med" len="med"/>
          </a:ln>
        </p:spPr>
        <p:txBody>
          <a:bodyPr anchor="t" anchorCtr="0"/>
          <a:lstStyle/>
          <a:p>
            <a:pPr algn="ctr" eaLnBrk="0" hangingPunct="0"/>
            <a:r>
              <a:rPr lang="zh-CN" altLang="en-US" sz="2400" b="1" dirty="0">
                <a:solidFill>
                  <a:srgbClr val="009900"/>
                </a:solidFill>
                <a:latin typeface="Times New Roman" panose="02020603050405020304" pitchFamily="18" charset="0"/>
                <a:ea typeface="宋体" panose="02010600030101010101" pitchFamily="2" charset="-122"/>
              </a:rPr>
              <a:t>应用程序1</a:t>
            </a:r>
          </a:p>
        </p:txBody>
      </p:sp>
      <p:sp>
        <p:nvSpPr>
          <p:cNvPr id="20484" name="Text Box 7"/>
          <p:cNvSpPr txBox="1"/>
          <p:nvPr/>
        </p:nvSpPr>
        <p:spPr>
          <a:xfrm>
            <a:off x="755650" y="2728913"/>
            <a:ext cx="1884363" cy="608012"/>
          </a:xfrm>
          <a:prstGeom prst="rect">
            <a:avLst/>
          </a:prstGeom>
          <a:solidFill>
            <a:srgbClr val="FFFFFF"/>
          </a:solidFill>
          <a:ln w="9525" cap="flat" cmpd="sng">
            <a:solidFill>
              <a:srgbClr val="000000"/>
            </a:solidFill>
            <a:prstDash val="solid"/>
            <a:miter/>
            <a:headEnd type="none" w="med" len="med"/>
            <a:tailEnd type="none" w="med" len="med"/>
          </a:ln>
        </p:spPr>
        <p:txBody>
          <a:bodyPr anchor="t" anchorCtr="0"/>
          <a:lstStyle/>
          <a:p>
            <a:pPr algn="ctr" eaLnBrk="0" hangingPunct="0"/>
            <a:r>
              <a:rPr lang="zh-CN" altLang="en-US" sz="2400" b="1" dirty="0">
                <a:solidFill>
                  <a:srgbClr val="009900"/>
                </a:solidFill>
                <a:latin typeface="Times New Roman" panose="02020603050405020304" pitchFamily="18" charset="0"/>
                <a:ea typeface="宋体" panose="02010600030101010101" pitchFamily="2" charset="-122"/>
              </a:rPr>
              <a:t>应用程序2</a:t>
            </a:r>
          </a:p>
        </p:txBody>
      </p:sp>
      <p:sp>
        <p:nvSpPr>
          <p:cNvPr id="20485" name="Text Box 8"/>
          <p:cNvSpPr txBox="1"/>
          <p:nvPr/>
        </p:nvSpPr>
        <p:spPr>
          <a:xfrm>
            <a:off x="755650" y="3946525"/>
            <a:ext cx="1884363" cy="609600"/>
          </a:xfrm>
          <a:prstGeom prst="rect">
            <a:avLst/>
          </a:prstGeom>
          <a:solidFill>
            <a:srgbClr val="FFFFFF"/>
          </a:solidFill>
          <a:ln w="9525" cap="flat" cmpd="sng">
            <a:solidFill>
              <a:srgbClr val="000000"/>
            </a:solidFill>
            <a:prstDash val="solid"/>
            <a:miter/>
            <a:headEnd type="none" w="med" len="med"/>
            <a:tailEnd type="none" w="med" len="med"/>
          </a:ln>
        </p:spPr>
        <p:txBody>
          <a:bodyPr anchor="t" anchorCtr="0"/>
          <a:lstStyle/>
          <a:p>
            <a:pPr algn="ctr" eaLnBrk="0" hangingPunct="0"/>
            <a:r>
              <a:rPr lang="zh-CN" altLang="en-US" sz="2400" b="1" dirty="0">
                <a:solidFill>
                  <a:srgbClr val="009900"/>
                </a:solidFill>
                <a:latin typeface="Times New Roman" panose="02020603050405020304" pitchFamily="18" charset="0"/>
                <a:ea typeface="宋体" panose="02010600030101010101" pitchFamily="2" charset="-122"/>
              </a:rPr>
              <a:t>应用程序</a:t>
            </a:r>
            <a:r>
              <a:rPr lang="en-US" altLang="zh-CN" sz="2400" b="1" dirty="0">
                <a:solidFill>
                  <a:srgbClr val="009900"/>
                </a:solidFill>
                <a:latin typeface="Times New Roman" panose="02020603050405020304" pitchFamily="18" charset="0"/>
                <a:ea typeface="宋体" panose="02010600030101010101" pitchFamily="2" charset="-122"/>
              </a:rPr>
              <a:t>n</a:t>
            </a:r>
          </a:p>
        </p:txBody>
      </p:sp>
      <p:sp>
        <p:nvSpPr>
          <p:cNvPr id="20486" name="Text Box 9"/>
          <p:cNvSpPr txBox="1"/>
          <p:nvPr/>
        </p:nvSpPr>
        <p:spPr>
          <a:xfrm>
            <a:off x="3581400" y="2525713"/>
            <a:ext cx="2120900" cy="1014412"/>
          </a:xfrm>
          <a:prstGeom prst="rect">
            <a:avLst/>
          </a:prstGeom>
          <a:solidFill>
            <a:srgbClr val="FFFFFF"/>
          </a:solidFill>
          <a:ln w="9525" cap="flat" cmpd="sng">
            <a:solidFill>
              <a:srgbClr val="000000"/>
            </a:solidFill>
            <a:prstDash val="solid"/>
            <a:miter/>
            <a:headEnd type="none" w="med" len="med"/>
            <a:tailEnd type="none" w="med" len="med"/>
          </a:ln>
        </p:spPr>
        <p:txBody>
          <a:bodyPr anchor="t" anchorCtr="0"/>
          <a:lstStyle/>
          <a:p>
            <a:pPr algn="ctr" eaLnBrk="0" hangingPunct="0"/>
            <a:r>
              <a:rPr lang="zh-CN" altLang="en-US" sz="2400" b="1" dirty="0">
                <a:solidFill>
                  <a:srgbClr val="FF0000"/>
                </a:solidFill>
                <a:latin typeface="Times New Roman" panose="02020603050405020304" pitchFamily="18" charset="0"/>
                <a:ea typeface="宋体" panose="02010600030101010101" pitchFamily="2" charset="-122"/>
              </a:rPr>
              <a:t>数据库管理系统（</a:t>
            </a:r>
            <a:r>
              <a:rPr lang="en-US" altLang="zh-CN" sz="2400" b="1" dirty="0">
                <a:solidFill>
                  <a:srgbClr val="FF0000"/>
                </a:solidFill>
                <a:latin typeface="Times New Roman" panose="02020603050405020304" pitchFamily="18" charset="0"/>
                <a:ea typeface="宋体" panose="02010600030101010101" pitchFamily="2" charset="-122"/>
              </a:rPr>
              <a:t>DBMS）</a:t>
            </a:r>
            <a:endParaRPr lang="en-US" altLang="zh-CN" sz="2800" b="1" dirty="0">
              <a:solidFill>
                <a:srgbClr val="FF0000"/>
              </a:solidFill>
              <a:latin typeface="Times New Roman" panose="02020603050405020304" pitchFamily="18" charset="0"/>
              <a:ea typeface="宋体" panose="02010600030101010101" pitchFamily="2" charset="-122"/>
            </a:endParaRPr>
          </a:p>
        </p:txBody>
      </p:sp>
      <p:sp>
        <p:nvSpPr>
          <p:cNvPr id="20487" name="AutoShape 10"/>
          <p:cNvSpPr/>
          <p:nvPr/>
        </p:nvSpPr>
        <p:spPr>
          <a:xfrm>
            <a:off x="6662738" y="2660650"/>
            <a:ext cx="1647825" cy="839788"/>
          </a:xfrm>
          <a:prstGeom prst="can">
            <a:avLst>
              <a:gd name="adj" fmla="val 25000"/>
            </a:avLst>
          </a:prstGeom>
          <a:solidFill>
            <a:srgbClr val="FFFFFF"/>
          </a:solidFill>
          <a:ln w="9525" cap="flat" cmpd="sng">
            <a:solidFill>
              <a:srgbClr val="000000"/>
            </a:solidFill>
            <a:prstDash val="solid"/>
            <a:round/>
            <a:headEnd type="none" w="med" len="med"/>
            <a:tailEnd type="none" w="med" len="med"/>
          </a:ln>
        </p:spPr>
        <p:txBody>
          <a:bodyPr anchor="t" anchorCtr="0"/>
          <a:lstStyle/>
          <a:p>
            <a:pPr lvl="0" algn="ctr" eaLnBrk="0" hangingPunct="0"/>
            <a:r>
              <a:rPr lang="zh-CN" altLang="en-US" sz="2600" b="1">
                <a:solidFill>
                  <a:srgbClr val="2A4C41"/>
                </a:solidFill>
                <a:latin typeface="Times New Roman" panose="02020603050405020304" pitchFamily="18" charset="0"/>
                <a:ea typeface="宋体" panose="02010600030101010101" pitchFamily="2" charset="-122"/>
              </a:rPr>
              <a:t>数据库</a:t>
            </a:r>
            <a:r>
              <a:rPr lang="en-US" altLang="zh-CN" sz="2600" b="1">
                <a:solidFill>
                  <a:srgbClr val="2A4C41"/>
                </a:solidFill>
                <a:latin typeface="Times New Roman" panose="02020603050405020304" pitchFamily="18" charset="0"/>
                <a:ea typeface="宋体" panose="02010600030101010101" pitchFamily="2" charset="-122"/>
              </a:rPr>
              <a:t>DB</a:t>
            </a:r>
            <a:endParaRPr lang="zh-CN" altLang="en-US" sz="2600" b="1" dirty="0">
              <a:solidFill>
                <a:srgbClr val="2A4C41"/>
              </a:solidFill>
              <a:latin typeface="Times New Roman" panose="02020603050405020304" pitchFamily="18" charset="0"/>
              <a:ea typeface="宋体" panose="02010600030101010101" pitchFamily="2" charset="-122"/>
            </a:endParaRPr>
          </a:p>
        </p:txBody>
      </p:sp>
      <p:sp>
        <p:nvSpPr>
          <p:cNvPr id="20488" name="Line 11"/>
          <p:cNvSpPr/>
          <p:nvPr/>
        </p:nvSpPr>
        <p:spPr>
          <a:xfrm>
            <a:off x="2640013" y="2322513"/>
            <a:ext cx="941387" cy="406400"/>
          </a:xfrm>
          <a:prstGeom prst="line">
            <a:avLst/>
          </a:prstGeom>
          <a:ln w="9525" cap="flat" cmpd="sng">
            <a:solidFill>
              <a:srgbClr val="000000"/>
            </a:solidFill>
            <a:prstDash val="solid"/>
            <a:round/>
            <a:headEnd type="triangle" w="sm" len="med"/>
            <a:tailEnd type="triangle" w="sm" len="med"/>
          </a:ln>
        </p:spPr>
        <p:txBody>
          <a:bodyPr/>
          <a:lstStyle/>
          <a:p>
            <a:endParaRPr lang="zh-CN" altLang="en-US"/>
          </a:p>
        </p:txBody>
      </p:sp>
      <p:sp>
        <p:nvSpPr>
          <p:cNvPr id="20489" name="Line 12"/>
          <p:cNvSpPr/>
          <p:nvPr/>
        </p:nvSpPr>
        <p:spPr>
          <a:xfrm>
            <a:off x="2640013" y="2930525"/>
            <a:ext cx="941387" cy="203200"/>
          </a:xfrm>
          <a:prstGeom prst="line">
            <a:avLst/>
          </a:prstGeom>
          <a:ln w="9525" cap="flat" cmpd="sng">
            <a:solidFill>
              <a:srgbClr val="000000"/>
            </a:solidFill>
            <a:prstDash val="solid"/>
            <a:round/>
            <a:headEnd type="triangle" w="sm" len="med"/>
            <a:tailEnd type="triangle" w="sm" len="med"/>
          </a:ln>
        </p:spPr>
        <p:txBody>
          <a:bodyPr/>
          <a:lstStyle/>
          <a:p>
            <a:endParaRPr lang="zh-CN" altLang="en-US"/>
          </a:p>
        </p:txBody>
      </p:sp>
      <p:sp>
        <p:nvSpPr>
          <p:cNvPr id="20490" name="Line 13"/>
          <p:cNvSpPr/>
          <p:nvPr/>
        </p:nvSpPr>
        <p:spPr>
          <a:xfrm flipV="1">
            <a:off x="2640013" y="3336925"/>
            <a:ext cx="941387" cy="1016000"/>
          </a:xfrm>
          <a:prstGeom prst="line">
            <a:avLst/>
          </a:prstGeom>
          <a:ln w="9525" cap="flat" cmpd="sng">
            <a:solidFill>
              <a:srgbClr val="000000"/>
            </a:solidFill>
            <a:prstDash val="solid"/>
            <a:round/>
            <a:headEnd type="triangle" w="sm" len="med"/>
            <a:tailEnd type="triangle" w="sm" len="med"/>
          </a:ln>
        </p:spPr>
        <p:txBody>
          <a:bodyPr/>
          <a:lstStyle/>
          <a:p>
            <a:endParaRPr lang="zh-CN" altLang="en-US"/>
          </a:p>
        </p:txBody>
      </p:sp>
      <p:sp>
        <p:nvSpPr>
          <p:cNvPr id="20491" name="AutoShape 17"/>
          <p:cNvSpPr/>
          <p:nvPr/>
        </p:nvSpPr>
        <p:spPr>
          <a:xfrm rot="5400000">
            <a:off x="6042025" y="2632075"/>
            <a:ext cx="231775" cy="863600"/>
          </a:xfrm>
          <a:prstGeom prst="upDownArrow">
            <a:avLst>
              <a:gd name="adj1" fmla="val 50000"/>
              <a:gd name="adj2" fmla="val 74503"/>
            </a:avLst>
          </a:prstGeom>
          <a:solidFill>
            <a:srgbClr val="FFFFFF"/>
          </a:solidFill>
          <a:ln w="9525" cap="flat" cmpd="sng">
            <a:solidFill>
              <a:srgbClr val="000000"/>
            </a:solidFill>
            <a:prstDash val="solid"/>
            <a:miter/>
            <a:headEnd type="none" w="med" len="med"/>
            <a:tailEnd type="none" w="med" len="med"/>
          </a:ln>
        </p:spPr>
        <p:txBody>
          <a:bodyPr vert="eaVert" anchor="t" anchorCtr="0"/>
          <a:lstStyle/>
          <a:p>
            <a:pPr algn="r"/>
            <a:endParaRPr lang="zh-CN" altLang="en-US" dirty="0">
              <a:latin typeface="Arial" panose="020B0604020202020204" pitchFamily="34" charset="0"/>
              <a:ea typeface="Gulim" panose="020B0600000101010101" pitchFamily="34" charset="-127"/>
            </a:endParaRPr>
          </a:p>
        </p:txBody>
      </p:sp>
      <p:sp>
        <p:nvSpPr>
          <p:cNvPr id="375827" name="Oval 19"/>
          <p:cNvSpPr/>
          <p:nvPr/>
        </p:nvSpPr>
        <p:spPr>
          <a:xfrm>
            <a:off x="3194050" y="2144713"/>
            <a:ext cx="2971800" cy="1752600"/>
          </a:xfrm>
          <a:prstGeom prst="ellipse">
            <a:avLst/>
          </a:prstGeom>
          <a:noFill/>
          <a:ln w="25400" cap="flat" cmpd="sng">
            <a:solidFill>
              <a:schemeClr val="tx1"/>
            </a:solidFill>
            <a:prstDash val="sysDot"/>
            <a:round/>
            <a:headEnd type="none" w="med" len="med"/>
            <a:tailEnd type="none" w="med" len="med"/>
          </a:ln>
        </p:spPr>
        <p:txBody>
          <a:bodyPr wrap="none" anchor="ctr" anchorCtr="0"/>
          <a:lstStyle/>
          <a:p>
            <a:pPr algn="r"/>
            <a:endParaRPr lang="zh-CN" altLang="en-US" dirty="0">
              <a:latin typeface="Arial" panose="020B0604020202020204" pitchFamily="34" charset="0"/>
              <a:ea typeface="Gulim" panose="020B0600000101010101" pitchFamily="34" charset="-127"/>
            </a:endParaRPr>
          </a:p>
        </p:txBody>
      </p:sp>
      <p:sp>
        <p:nvSpPr>
          <p:cNvPr id="375828" name="AutoShape 20"/>
          <p:cNvSpPr/>
          <p:nvPr/>
        </p:nvSpPr>
        <p:spPr>
          <a:xfrm>
            <a:off x="5651500" y="1557338"/>
            <a:ext cx="990600" cy="533400"/>
          </a:xfrm>
          <a:prstGeom prst="wedgeRoundRectCallout">
            <a:avLst>
              <a:gd name="adj1" fmla="val -75162"/>
              <a:gd name="adj2" fmla="val 71130"/>
              <a:gd name="adj3" fmla="val 16667"/>
            </a:avLst>
          </a:prstGeom>
          <a:solidFill>
            <a:srgbClr val="FFFF99"/>
          </a:solidFill>
          <a:ln w="25400" cap="rnd" cmpd="sng">
            <a:solidFill>
              <a:srgbClr val="FF6600"/>
            </a:solidFill>
            <a:prstDash val="sysDot"/>
            <a:miter/>
            <a:headEnd type="none" w="med" len="med"/>
            <a:tailEnd type="none" w="med" len="med"/>
          </a:ln>
        </p:spPr>
        <p:txBody>
          <a:bodyPr anchor="t" anchorCtr="0"/>
          <a:lstStyle/>
          <a:p>
            <a:pPr lvl="0" algn="ctr" latinLnBrk="1"/>
            <a:r>
              <a:rPr lang="zh-CN" altLang="en-US" sz="2400" b="1">
                <a:solidFill>
                  <a:srgbClr val="D60093"/>
                </a:solidFill>
                <a:latin typeface="Gulim" panose="020B0600000101010101" pitchFamily="34" charset="-127"/>
                <a:ea typeface="楷体_GB2312" panose="02010609030101010101" pitchFamily="49" charset="-122"/>
              </a:rPr>
              <a:t>核心</a:t>
            </a:r>
            <a:endParaRPr lang="zh-CN" altLang="en-US" sz="2400" b="1" dirty="0">
              <a:solidFill>
                <a:srgbClr val="D60093"/>
              </a:solidFill>
              <a:latin typeface="Gulim" panose="020B0600000101010101" pitchFamily="34" charset="-127"/>
              <a:ea typeface="楷体_GB2312" panose="02010609030101010101" pitchFamily="49" charset="-122"/>
            </a:endParaRP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7" presetClass="entr" presetSubtype="10" fill="hold" grpId="0" nodeType="clickEffect">
                                  <p:stCondLst>
                                    <p:cond delay="0"/>
                                  </p:stCondLst>
                                  <p:childTnLst>
                                    <p:set>
                                      <p:cBhvr>
                                        <p:cTn id="6" dur="1" fill="hold">
                                          <p:stCondLst>
                                            <p:cond delay="0"/>
                                          </p:stCondLst>
                                        </p:cTn>
                                        <p:tgtEl>
                                          <p:spTgt spid="375827"/>
                                        </p:tgtEl>
                                        <p:attrNameLst>
                                          <p:attrName>style.visibility</p:attrName>
                                        </p:attrNameLst>
                                      </p:cBhvr>
                                      <p:to>
                                        <p:strVal val="visible"/>
                                      </p:to>
                                    </p:set>
                                    <p:anim calcmode="lin" valueType="num">
                                      <p:cBhvr>
                                        <p:cTn id="7" dur="500" fill="hold"/>
                                        <p:tgtEl>
                                          <p:spTgt spid="375827"/>
                                        </p:tgtEl>
                                        <p:attrNameLst>
                                          <p:attrName>ppt_w</p:attrName>
                                        </p:attrNameLst>
                                      </p:cBhvr>
                                      <p:tavLst>
                                        <p:tav tm="0">
                                          <p:val>
                                            <p:fltVal val="0"/>
                                          </p:val>
                                        </p:tav>
                                        <p:tav tm="100000">
                                          <p:val>
                                            <p:strVal val="#ppt_w"/>
                                          </p:val>
                                        </p:tav>
                                      </p:tavLst>
                                    </p:anim>
                                    <p:anim calcmode="lin" valueType="num">
                                      <p:cBhvr>
                                        <p:cTn id="8" dur="500" fill="hold"/>
                                        <p:tgtEl>
                                          <p:spTgt spid="375827"/>
                                        </p:tgtEl>
                                        <p:attrNameLst>
                                          <p:attrName>ppt_h</p:attrName>
                                        </p:attrNameLst>
                                      </p:cBhvr>
                                      <p:tavLst>
                                        <p:tav tm="0">
                                          <p:val>
                                            <p:strVal val="#ppt_h"/>
                                          </p:val>
                                        </p:tav>
                                        <p:tav tm="100000">
                                          <p:val>
                                            <p:strVal val="#ppt_h"/>
                                          </p:val>
                                        </p:tav>
                                      </p:tavLst>
                                    </p:anim>
                                  </p:childTnLst>
                                </p:cTn>
                              </p:par>
                            </p:childTnLst>
                          </p:cTn>
                        </p:par>
                        <p:par>
                          <p:cTn id="9" fill="hold">
                            <p:stCondLst>
                              <p:cond delay="500"/>
                            </p:stCondLst>
                            <p:childTnLst>
                              <p:par>
                                <p:cTn id="10" presetID="9" presetClass="entr" presetSubtype="0" fill="hold" grpId="0" nodeType="afterEffect">
                                  <p:stCondLst>
                                    <p:cond delay="0"/>
                                  </p:stCondLst>
                                  <p:childTnLst>
                                    <p:set>
                                      <p:cBhvr>
                                        <p:cTn id="11" dur="1" fill="hold">
                                          <p:stCondLst>
                                            <p:cond delay="0"/>
                                          </p:stCondLst>
                                        </p:cTn>
                                        <p:tgtEl>
                                          <p:spTgt spid="375828"/>
                                        </p:tgtEl>
                                        <p:attrNameLst>
                                          <p:attrName>style.visibility</p:attrName>
                                        </p:attrNameLst>
                                      </p:cBhvr>
                                      <p:to>
                                        <p:strVal val="visible"/>
                                      </p:to>
                                    </p:set>
                                    <p:animEffect transition="in" filter="dissolve">
                                      <p:cBhvr>
                                        <p:cTn id="12" dur="500"/>
                                        <p:tgtEl>
                                          <p:spTgt spid="3758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5827" grpId="0" animBg="1"/>
      <p:bldP spid="375828"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2195736" y="1844824"/>
            <a:ext cx="3312368" cy="3168352"/>
          </a:xfrm>
        </p:spPr>
        <p:txBody>
          <a:bodyPr/>
          <a:lstStyle/>
          <a:p>
            <a:pPr>
              <a:spcBef>
                <a:spcPts val="2400"/>
              </a:spcBef>
            </a:pPr>
            <a:r>
              <a:rPr lang="zh-CN" altLang="en-US" sz="4800" dirty="0" smtClean="0"/>
              <a:t>  硬件</a:t>
            </a:r>
            <a:endParaRPr lang="en-US" altLang="zh-CN" sz="4800" dirty="0" smtClean="0"/>
          </a:p>
          <a:p>
            <a:pPr>
              <a:spcBef>
                <a:spcPts val="2400"/>
              </a:spcBef>
            </a:pPr>
            <a:r>
              <a:rPr lang="zh-CN" altLang="en-US" sz="4800" dirty="0" smtClean="0"/>
              <a:t>  软件</a:t>
            </a:r>
            <a:endParaRPr lang="en-US" altLang="zh-CN" sz="4800" dirty="0" smtClean="0"/>
          </a:p>
          <a:p>
            <a:pPr>
              <a:spcBef>
                <a:spcPts val="2400"/>
              </a:spcBef>
            </a:pPr>
            <a:r>
              <a:rPr lang="zh-CN" altLang="en-US" sz="4800" dirty="0" smtClean="0"/>
              <a:t>  人员</a:t>
            </a:r>
            <a:endParaRPr lang="zh-CN" altLang="en-US" sz="4800" dirty="0"/>
          </a:p>
        </p:txBody>
      </p:sp>
      <p:sp>
        <p:nvSpPr>
          <p:cNvPr id="4" name="Rectangle 2"/>
          <p:cNvSpPr txBox="1">
            <a:spLocks/>
          </p:cNvSpPr>
          <p:nvPr/>
        </p:nvSpPr>
        <p:spPr>
          <a:xfrm>
            <a:off x="1403648" y="123701"/>
            <a:ext cx="6781800" cy="685800"/>
          </a:xfrm>
          <a:prstGeom prst="rect">
            <a:avLst/>
          </a:prstGeom>
          <a:noFill/>
          <a:ln w="9525">
            <a:noFill/>
          </a:ln>
        </p:spPr>
        <p:txBody>
          <a:bodyPr vert="horz" wrap="square" lIns="91440" tIns="45720" rIns="91440" bIns="45720" rtlCol="0" anchor="ctr" anchorCtr="0">
            <a:normAutofit/>
          </a:bodyPr>
          <a:lstStyle>
            <a:lvl1pPr algn="l" rtl="0" eaLnBrk="0" fontAlgn="base" hangingPunct="0">
              <a:spcBef>
                <a:spcPct val="0"/>
              </a:spcBef>
              <a:spcAft>
                <a:spcPct val="0"/>
              </a:spcAft>
              <a:defRPr sz="3600">
                <a:solidFill>
                  <a:schemeClr val="bg1"/>
                </a:solidFill>
                <a:latin typeface="黑体" panose="02010609060101010101" pitchFamily="2" charset="-122"/>
                <a:ea typeface="黑体" panose="02010609060101010101" pitchFamily="2" charset="-122"/>
                <a:cs typeface="+mj-cs"/>
              </a:defRPr>
            </a:lvl1pPr>
            <a:lvl2pPr algn="l" rtl="0" eaLnBrk="0" fontAlgn="base" hangingPunct="0">
              <a:spcBef>
                <a:spcPct val="0"/>
              </a:spcBef>
              <a:spcAft>
                <a:spcPct val="0"/>
              </a:spcAft>
              <a:defRPr sz="3600">
                <a:solidFill>
                  <a:schemeClr val="bg1"/>
                </a:solidFill>
                <a:latin typeface="Verdana" panose="020B0604030504040204" pitchFamily="34" charset="0"/>
              </a:defRPr>
            </a:lvl2pPr>
            <a:lvl3pPr algn="l" rtl="0" eaLnBrk="0" fontAlgn="base" hangingPunct="0">
              <a:spcBef>
                <a:spcPct val="0"/>
              </a:spcBef>
              <a:spcAft>
                <a:spcPct val="0"/>
              </a:spcAft>
              <a:defRPr sz="3600">
                <a:solidFill>
                  <a:schemeClr val="bg1"/>
                </a:solidFill>
                <a:latin typeface="Verdana" panose="020B0604030504040204" pitchFamily="34" charset="0"/>
              </a:defRPr>
            </a:lvl3pPr>
            <a:lvl4pPr algn="l" rtl="0" eaLnBrk="0" fontAlgn="base" hangingPunct="0">
              <a:spcBef>
                <a:spcPct val="0"/>
              </a:spcBef>
              <a:spcAft>
                <a:spcPct val="0"/>
              </a:spcAft>
              <a:defRPr sz="3600">
                <a:solidFill>
                  <a:schemeClr val="bg1"/>
                </a:solidFill>
                <a:latin typeface="Verdana" panose="020B0604030504040204" pitchFamily="34" charset="0"/>
              </a:defRPr>
            </a:lvl4pPr>
            <a:lvl5pPr algn="l" rtl="0" eaLnBrk="0" fontAlgn="base" hangingPunct="0">
              <a:spcBef>
                <a:spcPct val="0"/>
              </a:spcBef>
              <a:spcAft>
                <a:spcPct val="0"/>
              </a:spcAft>
              <a:defRPr sz="3600">
                <a:solidFill>
                  <a:schemeClr val="bg1"/>
                </a:solidFill>
                <a:latin typeface="Verdana" panose="020B0604030504040204" pitchFamily="34" charset="0"/>
              </a:defRPr>
            </a:lvl5pPr>
            <a:lvl6pPr marL="457200" algn="l" rtl="0" fontAlgn="base">
              <a:spcBef>
                <a:spcPct val="0"/>
              </a:spcBef>
              <a:spcAft>
                <a:spcPct val="0"/>
              </a:spcAft>
              <a:defRPr sz="3600">
                <a:solidFill>
                  <a:schemeClr val="bg1"/>
                </a:solidFill>
                <a:latin typeface="Verdana" panose="020B0604030504040204" pitchFamily="34" charset="0"/>
              </a:defRPr>
            </a:lvl6pPr>
            <a:lvl7pPr marL="914400" algn="l" rtl="0" fontAlgn="base">
              <a:spcBef>
                <a:spcPct val="0"/>
              </a:spcBef>
              <a:spcAft>
                <a:spcPct val="0"/>
              </a:spcAft>
              <a:defRPr sz="3600">
                <a:solidFill>
                  <a:schemeClr val="bg1"/>
                </a:solidFill>
                <a:latin typeface="Verdana" panose="020B0604030504040204" pitchFamily="34" charset="0"/>
              </a:defRPr>
            </a:lvl7pPr>
            <a:lvl8pPr marL="1371600" algn="l" rtl="0" fontAlgn="base">
              <a:spcBef>
                <a:spcPct val="0"/>
              </a:spcBef>
              <a:spcAft>
                <a:spcPct val="0"/>
              </a:spcAft>
              <a:defRPr sz="3600">
                <a:solidFill>
                  <a:schemeClr val="bg1"/>
                </a:solidFill>
                <a:latin typeface="Verdana" panose="020B0604030504040204" pitchFamily="34" charset="0"/>
              </a:defRPr>
            </a:lvl8pPr>
            <a:lvl9pPr marL="1828800" algn="l" rtl="0" fontAlgn="base">
              <a:spcBef>
                <a:spcPct val="0"/>
              </a:spcBef>
              <a:spcAft>
                <a:spcPct val="0"/>
              </a:spcAft>
              <a:defRPr sz="3600">
                <a:solidFill>
                  <a:schemeClr val="bg1"/>
                </a:solidFill>
                <a:latin typeface="Verdana" panose="020B0604030504040204" pitchFamily="34" charset="0"/>
              </a:defRPr>
            </a:lvl9pPr>
          </a:lstStyle>
          <a:p>
            <a:pPr eaLnBrk="1" hangingPunct="1"/>
            <a:r>
              <a:rPr lang="zh-CN" altLang="en-US" dirty="0" smtClean="0">
                <a:sym typeface="+mn-ea"/>
              </a:rPr>
              <a:t>1.3 数据库系统的组成 </a:t>
            </a:r>
            <a:endParaRPr lang="zh-CN" altLang="en-US" dirty="0">
              <a:sym typeface="+mn-ea"/>
            </a:endParaRPr>
          </a:p>
        </p:txBody>
      </p:sp>
    </p:spTree>
    <p:extLst>
      <p:ext uri="{BB962C8B-B14F-4D97-AF65-F5344CB8AC3E}">
        <p14:creationId xmlns:p14="http://schemas.microsoft.com/office/powerpoint/2010/main" val="1191131535"/>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linds(horizontal)">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2"/>
          <p:cNvSpPr>
            <a:spLocks noGrp="1"/>
          </p:cNvSpPr>
          <p:nvPr>
            <p:ph type="title"/>
          </p:nvPr>
        </p:nvSpPr>
        <p:spPr>
          <a:noFill/>
          <a:ln w="9525">
            <a:noFill/>
          </a:ln>
        </p:spPr>
        <p:txBody>
          <a:bodyPr vert="horz" wrap="square" lIns="91440" tIns="45720" rIns="91440" bIns="45720" rtlCol="0" anchor="ctr" anchorCtr="0">
            <a:normAutofit/>
          </a:bodyPr>
          <a:lstStyle/>
          <a:p>
            <a:pPr lvl="0" algn="l" eaLnBrk="1" hangingPunct="1">
              <a:buClrTx/>
              <a:buSzTx/>
              <a:buFontTx/>
            </a:pPr>
            <a:r>
              <a:rPr lang="zh-CN" altLang="en-US" dirty="0">
                <a:sym typeface="+mn-ea"/>
              </a:rPr>
              <a:t>1.4 数据库应用结构</a:t>
            </a:r>
          </a:p>
        </p:txBody>
      </p:sp>
      <p:sp>
        <p:nvSpPr>
          <p:cNvPr id="22530" name="Rectangle 3"/>
          <p:cNvSpPr>
            <a:spLocks noGrp="1"/>
          </p:cNvSpPr>
          <p:nvPr>
            <p:ph idx="1"/>
          </p:nvPr>
        </p:nvSpPr>
        <p:spPr>
          <a:xfrm>
            <a:off x="395605" y="1402715"/>
            <a:ext cx="8274050" cy="4763135"/>
          </a:xfrm>
        </p:spPr>
        <p:txBody>
          <a:bodyPr vert="horz" wrap="square" lIns="91440" tIns="45720" rIns="91440" bIns="45720" anchor="t" anchorCtr="0"/>
          <a:lstStyle/>
          <a:p>
            <a:pPr eaLnBrk="1" hangingPunct="1"/>
            <a:r>
              <a:rPr lang="zh-CN" altLang="en-US" dirty="0">
                <a:cs typeface="等线" panose="02010600030101010101" charset="-122"/>
              </a:rPr>
              <a:t>数据库应用结构是指</a:t>
            </a:r>
            <a:r>
              <a:rPr lang="zh-CN" altLang="en-US" b="1" u="sng" dirty="0">
                <a:cs typeface="等线" panose="02010600030101010101" charset="-122"/>
              </a:rPr>
              <a:t>数据库运行的软、硬件环境</a:t>
            </a:r>
            <a:r>
              <a:rPr lang="zh-CN" altLang="en-US" dirty="0">
                <a:cs typeface="等线" panose="02010600030101010101" charset="-122"/>
              </a:rPr>
              <a:t>。通过这个环境，用户可以访问数据库中的数据。</a:t>
            </a:r>
          </a:p>
          <a:p>
            <a:pPr eaLnBrk="1" hangingPunct="1">
              <a:spcBef>
                <a:spcPts val="1800"/>
              </a:spcBef>
            </a:pPr>
            <a:r>
              <a:rPr lang="zh-CN" altLang="en-US" dirty="0">
                <a:cs typeface="等线" panose="02010600030101010101" charset="-122"/>
              </a:rPr>
              <a:t>四种最常见的应用结构：</a:t>
            </a:r>
          </a:p>
          <a:p>
            <a:pPr lvl="1" eaLnBrk="1" hangingPunct="1"/>
            <a:r>
              <a:rPr lang="zh-CN" altLang="en-US" dirty="0">
                <a:solidFill>
                  <a:srgbClr val="FF0000"/>
                </a:solidFill>
                <a:cs typeface="等线" panose="02010600030101010101" charset="-122"/>
              </a:rPr>
              <a:t>集中式结构</a:t>
            </a:r>
          </a:p>
          <a:p>
            <a:pPr lvl="1" eaLnBrk="1" hangingPunct="1"/>
            <a:r>
              <a:rPr lang="zh-CN" altLang="en-US" dirty="0">
                <a:solidFill>
                  <a:srgbClr val="FF0000"/>
                </a:solidFill>
                <a:cs typeface="等线" panose="02010600030101010101" charset="-122"/>
              </a:rPr>
              <a:t>文件服务器结构</a:t>
            </a:r>
          </a:p>
          <a:p>
            <a:pPr lvl="1" eaLnBrk="1" hangingPunct="1"/>
            <a:r>
              <a:rPr lang="zh-CN" altLang="en-US" dirty="0">
                <a:solidFill>
                  <a:srgbClr val="FF0000"/>
                </a:solidFill>
                <a:cs typeface="等线" panose="02010600030101010101" charset="-122"/>
              </a:rPr>
              <a:t>客户</a:t>
            </a:r>
            <a:r>
              <a:rPr lang="en-US" altLang="zh-CN" dirty="0">
                <a:solidFill>
                  <a:srgbClr val="FF0000"/>
                </a:solidFill>
                <a:cs typeface="等线" panose="02010600030101010101" charset="-122"/>
              </a:rPr>
              <a:t>/</a:t>
            </a:r>
            <a:r>
              <a:rPr lang="zh-CN" altLang="en-US" dirty="0">
                <a:solidFill>
                  <a:srgbClr val="FF0000"/>
                </a:solidFill>
                <a:cs typeface="等线" panose="02010600030101010101" charset="-122"/>
              </a:rPr>
              <a:t>服务器结构</a:t>
            </a:r>
          </a:p>
          <a:p>
            <a:pPr lvl="1" eaLnBrk="1" hangingPunct="1"/>
            <a:r>
              <a:rPr lang="zh-CN" altLang="en-US" dirty="0">
                <a:solidFill>
                  <a:srgbClr val="FF0000"/>
                </a:solidFill>
                <a:cs typeface="等线" panose="02010600030101010101" charset="-122"/>
              </a:rPr>
              <a:t>互联网应用结构</a:t>
            </a:r>
            <a:r>
              <a:rPr lang="zh-CN" altLang="en-US" dirty="0">
                <a:cs typeface="等线" panose="02010600030101010101" charset="-122"/>
              </a:rPr>
              <a:t>  </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3" name="Rectangle 2"/>
          <p:cNvSpPr>
            <a:spLocks noGrp="1"/>
          </p:cNvSpPr>
          <p:nvPr>
            <p:ph type="title"/>
          </p:nvPr>
        </p:nvSpPr>
        <p:spPr>
          <a:noFill/>
          <a:ln w="9525">
            <a:noFill/>
          </a:ln>
        </p:spPr>
        <p:txBody>
          <a:bodyPr vert="horz" wrap="square" lIns="91440" tIns="45720" rIns="91440" bIns="45720" rtlCol="0" anchor="ctr" anchorCtr="0">
            <a:normAutofit/>
          </a:bodyPr>
          <a:lstStyle/>
          <a:p>
            <a:pPr lvl="0" algn="l" eaLnBrk="1" hangingPunct="1">
              <a:buClrTx/>
              <a:buSzTx/>
              <a:buFontTx/>
            </a:pPr>
            <a:r>
              <a:rPr lang="zh-CN" altLang="en-US" dirty="0">
                <a:sym typeface="+mn-ea"/>
              </a:rPr>
              <a:t>1.4.1 集中式应用结构 </a:t>
            </a:r>
          </a:p>
        </p:txBody>
      </p:sp>
      <p:grpSp>
        <p:nvGrpSpPr>
          <p:cNvPr id="23554" name="Group 3"/>
          <p:cNvGrpSpPr/>
          <p:nvPr/>
        </p:nvGrpSpPr>
        <p:grpSpPr>
          <a:xfrm>
            <a:off x="1427163" y="1428750"/>
            <a:ext cx="6645275" cy="3297238"/>
            <a:chOff x="2520" y="1715"/>
            <a:chExt cx="6680" cy="2997"/>
          </a:xfrm>
        </p:grpSpPr>
        <p:sp>
          <p:nvSpPr>
            <p:cNvPr id="23555" name="AutoShape 4"/>
            <p:cNvSpPr/>
            <p:nvPr/>
          </p:nvSpPr>
          <p:spPr>
            <a:xfrm>
              <a:off x="2520" y="2532"/>
              <a:ext cx="1260" cy="402"/>
            </a:xfrm>
            <a:prstGeom prst="flowChartPredefinedProcess">
              <a:avLst/>
            </a:prstGeom>
            <a:solidFill>
              <a:srgbClr val="FFFFFF"/>
            </a:solidFill>
            <a:ln w="9525" cap="flat" cmpd="sng">
              <a:solidFill>
                <a:srgbClr val="000000"/>
              </a:solidFill>
              <a:prstDash val="solid"/>
              <a:miter/>
              <a:headEnd type="none" w="med" len="med"/>
              <a:tailEnd type="none" w="med" len="med"/>
            </a:ln>
          </p:spPr>
          <p:txBody>
            <a:bodyPr lIns="0" tIns="0" rIns="0" bIns="0" anchor="t" anchorCtr="0"/>
            <a:lstStyle/>
            <a:p>
              <a:pPr lvl="0" algn="ctr" latinLnBrk="1"/>
              <a:r>
                <a:rPr lang="zh-CN" altLang="en-US" b="1">
                  <a:solidFill>
                    <a:srgbClr val="D60093"/>
                  </a:solidFill>
                  <a:latin typeface="Times New Roman" panose="02020603050405020304" pitchFamily="18" charset="0"/>
                  <a:ea typeface="宋体" panose="02010600030101010101" pitchFamily="2" charset="-122"/>
                </a:rPr>
                <a:t>应用程序</a:t>
              </a:r>
              <a:endParaRPr lang="zh-CN" altLang="en-US" b="1" dirty="0">
                <a:solidFill>
                  <a:srgbClr val="D60093"/>
                </a:solidFill>
                <a:latin typeface="Gulim" panose="020B0600000101010101" pitchFamily="34" charset="-127"/>
              </a:endParaRPr>
            </a:p>
          </p:txBody>
        </p:sp>
        <p:sp>
          <p:nvSpPr>
            <p:cNvPr id="23556" name="AutoShape 5"/>
            <p:cNvSpPr/>
            <p:nvPr/>
          </p:nvSpPr>
          <p:spPr>
            <a:xfrm>
              <a:off x="2520" y="3312"/>
              <a:ext cx="1155" cy="714"/>
            </a:xfrm>
            <a:prstGeom prst="can">
              <a:avLst>
                <a:gd name="adj" fmla="val 35574"/>
              </a:avLst>
            </a:prstGeom>
            <a:solidFill>
              <a:srgbClr val="FFFFFF"/>
            </a:solidFill>
            <a:ln w="9525" cap="flat" cmpd="sng">
              <a:solidFill>
                <a:srgbClr val="000000"/>
              </a:solidFill>
              <a:prstDash val="solid"/>
              <a:round/>
              <a:headEnd type="none" w="med" len="med"/>
              <a:tailEnd type="none" w="med" len="med"/>
            </a:ln>
          </p:spPr>
          <p:txBody>
            <a:bodyPr anchor="t" anchorCtr="0"/>
            <a:lstStyle/>
            <a:p>
              <a:pPr lvl="0" algn="ctr" latinLnBrk="1"/>
              <a:r>
                <a:rPr lang="zh-CN" altLang="en-US" b="1">
                  <a:solidFill>
                    <a:srgbClr val="0070C0"/>
                  </a:solidFill>
                  <a:latin typeface="Times New Roman" panose="02020603050405020304" pitchFamily="18" charset="0"/>
                  <a:ea typeface="宋体" panose="02010600030101010101" pitchFamily="2" charset="-122"/>
                </a:rPr>
                <a:t>数据库</a:t>
              </a:r>
              <a:endParaRPr lang="zh-CN" altLang="en-US" b="1" dirty="0">
                <a:solidFill>
                  <a:srgbClr val="0070C0"/>
                </a:solidFill>
                <a:latin typeface="Gulim" panose="020B0600000101010101" pitchFamily="34" charset="-127"/>
              </a:endParaRPr>
            </a:p>
          </p:txBody>
        </p:sp>
        <p:sp>
          <p:nvSpPr>
            <p:cNvPr id="23557" name="Text Box 6"/>
            <p:cNvSpPr txBox="1"/>
            <p:nvPr/>
          </p:nvSpPr>
          <p:spPr>
            <a:xfrm>
              <a:off x="4256" y="1715"/>
              <a:ext cx="945" cy="324"/>
            </a:xfrm>
            <a:prstGeom prst="rect">
              <a:avLst/>
            </a:prstGeom>
            <a:noFill/>
            <a:ln w="9525">
              <a:noFill/>
            </a:ln>
          </p:spPr>
          <p:txBody>
            <a:bodyPr anchor="t" anchorCtr="0"/>
            <a:lstStyle/>
            <a:p>
              <a:pPr algn="just" latinLnBrk="1"/>
              <a:r>
                <a:rPr lang="zh-CN" altLang="en-US" b="1" dirty="0">
                  <a:solidFill>
                    <a:srgbClr val="FF0000"/>
                  </a:solidFill>
                  <a:latin typeface="Times New Roman" panose="02020603050405020304" pitchFamily="18" charset="0"/>
                  <a:ea typeface="宋体" panose="02010600030101010101" pitchFamily="2" charset="-122"/>
                </a:rPr>
                <a:t>大型机</a:t>
              </a:r>
              <a:endParaRPr lang="zh-CN" altLang="en-US" b="1" dirty="0">
                <a:solidFill>
                  <a:srgbClr val="FF0000"/>
                </a:solidFill>
                <a:latin typeface="Gulim" panose="020B0600000101010101" pitchFamily="34" charset="-127"/>
                <a:ea typeface="Gulim" panose="020B0600000101010101" pitchFamily="34" charset="-127"/>
              </a:endParaRPr>
            </a:p>
          </p:txBody>
        </p:sp>
        <p:sp>
          <p:nvSpPr>
            <p:cNvPr id="23558" name="Line 7"/>
            <p:cNvSpPr/>
            <p:nvPr/>
          </p:nvSpPr>
          <p:spPr>
            <a:xfrm flipH="1">
              <a:off x="5220" y="2688"/>
              <a:ext cx="2340" cy="312"/>
            </a:xfrm>
            <a:prstGeom prst="line">
              <a:avLst/>
            </a:prstGeom>
            <a:ln w="19050" cap="flat" cmpd="sng">
              <a:solidFill>
                <a:srgbClr val="000000"/>
              </a:solidFill>
              <a:prstDash val="solid"/>
              <a:round/>
              <a:headEnd type="none" w="med" len="med"/>
              <a:tailEnd type="none" w="med" len="med"/>
            </a:ln>
          </p:spPr>
          <p:txBody>
            <a:bodyPr/>
            <a:lstStyle/>
            <a:p>
              <a:endParaRPr lang="zh-CN" altLang="en-US"/>
            </a:p>
          </p:txBody>
        </p:sp>
        <p:sp>
          <p:nvSpPr>
            <p:cNvPr id="23559" name="Line 8"/>
            <p:cNvSpPr/>
            <p:nvPr/>
          </p:nvSpPr>
          <p:spPr>
            <a:xfrm>
              <a:off x="5220" y="3624"/>
              <a:ext cx="2340" cy="780"/>
            </a:xfrm>
            <a:prstGeom prst="line">
              <a:avLst/>
            </a:prstGeom>
            <a:ln w="19050" cap="flat" cmpd="sng">
              <a:solidFill>
                <a:srgbClr val="000000"/>
              </a:solidFill>
              <a:prstDash val="solid"/>
              <a:round/>
              <a:headEnd type="none" w="med" len="med"/>
              <a:tailEnd type="none" w="med" len="med"/>
            </a:ln>
          </p:spPr>
          <p:txBody>
            <a:bodyPr/>
            <a:lstStyle/>
            <a:p>
              <a:endParaRPr lang="zh-CN" altLang="en-US"/>
            </a:p>
          </p:txBody>
        </p:sp>
        <p:sp>
          <p:nvSpPr>
            <p:cNvPr id="23560" name="Line 9"/>
            <p:cNvSpPr/>
            <p:nvPr/>
          </p:nvSpPr>
          <p:spPr>
            <a:xfrm>
              <a:off x="5220" y="3312"/>
              <a:ext cx="2340" cy="156"/>
            </a:xfrm>
            <a:prstGeom prst="line">
              <a:avLst/>
            </a:prstGeom>
            <a:ln w="19050" cap="flat" cmpd="sng">
              <a:solidFill>
                <a:srgbClr val="000000"/>
              </a:solidFill>
              <a:prstDash val="solid"/>
              <a:round/>
              <a:headEnd type="none" w="med" len="med"/>
              <a:tailEnd type="none" w="med" len="med"/>
            </a:ln>
          </p:spPr>
          <p:txBody>
            <a:bodyPr/>
            <a:lstStyle/>
            <a:p>
              <a:endParaRPr lang="zh-CN" altLang="en-US"/>
            </a:p>
          </p:txBody>
        </p:sp>
        <p:sp>
          <p:nvSpPr>
            <p:cNvPr id="23561" name="Text Box 10"/>
            <p:cNvSpPr txBox="1"/>
            <p:nvPr/>
          </p:nvSpPr>
          <p:spPr>
            <a:xfrm>
              <a:off x="6640" y="2434"/>
              <a:ext cx="920" cy="320"/>
            </a:xfrm>
            <a:prstGeom prst="rect">
              <a:avLst/>
            </a:prstGeom>
            <a:noFill/>
            <a:ln w="9525">
              <a:noFill/>
            </a:ln>
          </p:spPr>
          <p:txBody>
            <a:bodyPr lIns="0" tIns="0" rIns="0" bIns="0" anchor="t" anchorCtr="0"/>
            <a:lstStyle/>
            <a:p>
              <a:pPr algn="just" latinLnBrk="1"/>
              <a:r>
                <a:rPr lang="zh-CN" altLang="en-US" sz="1600" b="1" dirty="0">
                  <a:latin typeface="Times New Roman" panose="02020603050405020304" pitchFamily="18" charset="0"/>
                  <a:ea typeface="宋体" panose="02010600030101010101" pitchFamily="2" charset="-122"/>
                </a:rPr>
                <a:t>按键信息</a:t>
              </a:r>
              <a:endParaRPr lang="zh-CN" altLang="en-US" sz="1600" b="1" dirty="0">
                <a:latin typeface="Gulim" panose="020B0600000101010101" pitchFamily="34" charset="-127"/>
                <a:ea typeface="Gulim" panose="020B0600000101010101" pitchFamily="34" charset="-127"/>
              </a:endParaRPr>
            </a:p>
          </p:txBody>
        </p:sp>
        <p:sp>
          <p:nvSpPr>
            <p:cNvPr id="23562" name="Text Box 11"/>
            <p:cNvSpPr txBox="1"/>
            <p:nvPr/>
          </p:nvSpPr>
          <p:spPr>
            <a:xfrm>
              <a:off x="6687" y="2819"/>
              <a:ext cx="920" cy="320"/>
            </a:xfrm>
            <a:prstGeom prst="rect">
              <a:avLst/>
            </a:prstGeom>
            <a:noFill/>
            <a:ln w="9525">
              <a:noFill/>
            </a:ln>
          </p:spPr>
          <p:txBody>
            <a:bodyPr lIns="0" tIns="0" rIns="0" bIns="0" anchor="t" anchorCtr="0"/>
            <a:lstStyle/>
            <a:p>
              <a:pPr algn="just" latinLnBrk="1"/>
              <a:r>
                <a:rPr lang="zh-CN" altLang="en-US" sz="1600" b="1" dirty="0">
                  <a:latin typeface="Times New Roman" panose="02020603050405020304" pitchFamily="18" charset="0"/>
                  <a:ea typeface="宋体" panose="02010600030101010101" pitchFamily="2" charset="-122"/>
                </a:rPr>
                <a:t>终端字符</a:t>
              </a:r>
              <a:endParaRPr lang="zh-CN" altLang="en-US" sz="1600" b="1" dirty="0">
                <a:latin typeface="Gulim" panose="020B0600000101010101" pitchFamily="34" charset="-127"/>
                <a:ea typeface="Gulim" panose="020B0600000101010101" pitchFamily="34" charset="-127"/>
              </a:endParaRPr>
            </a:p>
          </p:txBody>
        </p:sp>
        <p:sp>
          <p:nvSpPr>
            <p:cNvPr id="23563" name="Line 12"/>
            <p:cNvSpPr/>
            <p:nvPr/>
          </p:nvSpPr>
          <p:spPr>
            <a:xfrm flipH="1">
              <a:off x="5400" y="2688"/>
              <a:ext cx="1080" cy="156"/>
            </a:xfrm>
            <a:prstGeom prst="line">
              <a:avLst/>
            </a:prstGeom>
            <a:ln w="9525" cap="flat" cmpd="sng">
              <a:solidFill>
                <a:srgbClr val="000000"/>
              </a:solidFill>
              <a:prstDash val="solid"/>
              <a:round/>
              <a:headEnd type="none" w="med" len="med"/>
              <a:tailEnd type="triangle" w="sm" len="sm"/>
            </a:ln>
          </p:spPr>
          <p:txBody>
            <a:bodyPr/>
            <a:lstStyle/>
            <a:p>
              <a:endParaRPr lang="zh-CN" altLang="en-US"/>
            </a:p>
          </p:txBody>
        </p:sp>
        <p:sp>
          <p:nvSpPr>
            <p:cNvPr id="23564" name="Line 13"/>
            <p:cNvSpPr/>
            <p:nvPr/>
          </p:nvSpPr>
          <p:spPr>
            <a:xfrm flipV="1">
              <a:off x="5400" y="3000"/>
              <a:ext cx="1080" cy="156"/>
            </a:xfrm>
            <a:prstGeom prst="line">
              <a:avLst/>
            </a:prstGeom>
            <a:ln w="9525" cap="flat" cmpd="sng">
              <a:solidFill>
                <a:srgbClr val="000000"/>
              </a:solidFill>
              <a:prstDash val="solid"/>
              <a:round/>
              <a:headEnd type="none" w="med" len="med"/>
              <a:tailEnd type="triangle" w="sm" len="sm"/>
            </a:ln>
          </p:spPr>
          <p:txBody>
            <a:bodyPr/>
            <a:lstStyle/>
            <a:p>
              <a:endParaRPr lang="zh-CN" altLang="en-US"/>
            </a:p>
          </p:txBody>
        </p:sp>
        <p:sp>
          <p:nvSpPr>
            <p:cNvPr id="23565" name="Text Box 14"/>
            <p:cNvSpPr txBox="1"/>
            <p:nvPr/>
          </p:nvSpPr>
          <p:spPr>
            <a:xfrm>
              <a:off x="8280" y="2233"/>
              <a:ext cx="920" cy="320"/>
            </a:xfrm>
            <a:prstGeom prst="rect">
              <a:avLst/>
            </a:prstGeom>
            <a:noFill/>
            <a:ln w="9525">
              <a:noFill/>
            </a:ln>
          </p:spPr>
          <p:txBody>
            <a:bodyPr lIns="0" tIns="0" rIns="0" bIns="0" anchor="t" anchorCtr="0"/>
            <a:lstStyle/>
            <a:p>
              <a:pPr algn="ctr" latinLnBrk="1"/>
              <a:r>
                <a:rPr lang="zh-CN" altLang="en-US" sz="1600" b="1" dirty="0">
                  <a:solidFill>
                    <a:srgbClr val="7030A0"/>
                  </a:solidFill>
                  <a:latin typeface="Times New Roman" panose="02020603050405020304" pitchFamily="18" charset="0"/>
                  <a:ea typeface="宋体" panose="02010600030101010101" pitchFamily="2" charset="-122"/>
                </a:rPr>
                <a:t>终端</a:t>
              </a:r>
              <a:r>
                <a:rPr lang="en-US" altLang="zh-CN" sz="1600" b="1" dirty="0">
                  <a:solidFill>
                    <a:srgbClr val="7030A0"/>
                  </a:solidFill>
                  <a:latin typeface="Times New Roman" panose="02020603050405020304" pitchFamily="18" charset="0"/>
                  <a:ea typeface="宋体" panose="02010600030101010101" pitchFamily="2" charset="-122"/>
                </a:rPr>
                <a:t>1</a:t>
              </a:r>
              <a:endParaRPr lang="en-US" altLang="zh-CN" sz="1600" b="1" dirty="0">
                <a:solidFill>
                  <a:srgbClr val="7030A0"/>
                </a:solidFill>
                <a:latin typeface="Gulim" panose="020B0600000101010101" pitchFamily="34" charset="-127"/>
                <a:ea typeface="Gulim" panose="020B0600000101010101" pitchFamily="34" charset="-127"/>
              </a:endParaRPr>
            </a:p>
          </p:txBody>
        </p:sp>
        <p:sp>
          <p:nvSpPr>
            <p:cNvPr id="23566" name="Text Box 15"/>
            <p:cNvSpPr txBox="1"/>
            <p:nvPr/>
          </p:nvSpPr>
          <p:spPr>
            <a:xfrm>
              <a:off x="8280" y="4092"/>
              <a:ext cx="920" cy="320"/>
            </a:xfrm>
            <a:prstGeom prst="rect">
              <a:avLst/>
            </a:prstGeom>
            <a:noFill/>
            <a:ln w="9525">
              <a:noFill/>
            </a:ln>
          </p:spPr>
          <p:txBody>
            <a:bodyPr lIns="0" tIns="0" rIns="0" bIns="0" anchor="t" anchorCtr="0"/>
            <a:lstStyle/>
            <a:p>
              <a:pPr algn="ctr" latinLnBrk="1"/>
              <a:r>
                <a:rPr lang="zh-CN" altLang="en-US" sz="1600" b="1" dirty="0">
                  <a:solidFill>
                    <a:srgbClr val="7030A0"/>
                  </a:solidFill>
                  <a:latin typeface="Times New Roman" panose="02020603050405020304" pitchFamily="18" charset="0"/>
                  <a:ea typeface="宋体" panose="02010600030101010101" pitchFamily="2" charset="-122"/>
                </a:rPr>
                <a:t>终端</a:t>
              </a:r>
              <a:r>
                <a:rPr lang="en-US" altLang="zh-CN" sz="1600" b="1" dirty="0">
                  <a:solidFill>
                    <a:srgbClr val="7030A0"/>
                  </a:solidFill>
                  <a:latin typeface="Times New Roman" panose="02020603050405020304" pitchFamily="18" charset="0"/>
                  <a:ea typeface="宋体" panose="02010600030101010101" pitchFamily="2" charset="-122"/>
                </a:rPr>
                <a:t>n</a:t>
              </a:r>
              <a:endParaRPr lang="en-US" altLang="zh-CN" sz="1600" b="1" dirty="0">
                <a:solidFill>
                  <a:srgbClr val="7030A0"/>
                </a:solidFill>
                <a:latin typeface="Gulim" panose="020B0600000101010101" pitchFamily="34" charset="-127"/>
                <a:ea typeface="Gulim" panose="020B0600000101010101" pitchFamily="34" charset="-127"/>
              </a:endParaRPr>
            </a:p>
          </p:txBody>
        </p:sp>
        <p:sp>
          <p:nvSpPr>
            <p:cNvPr id="23567" name="Text Box 16"/>
            <p:cNvSpPr txBox="1"/>
            <p:nvPr/>
          </p:nvSpPr>
          <p:spPr>
            <a:xfrm>
              <a:off x="8280" y="3156"/>
              <a:ext cx="920" cy="320"/>
            </a:xfrm>
            <a:prstGeom prst="rect">
              <a:avLst/>
            </a:prstGeom>
            <a:noFill/>
            <a:ln w="9525">
              <a:noFill/>
            </a:ln>
          </p:spPr>
          <p:txBody>
            <a:bodyPr lIns="0" tIns="0" rIns="0" bIns="0" anchor="t" anchorCtr="0"/>
            <a:lstStyle/>
            <a:p>
              <a:pPr algn="ctr" latinLnBrk="1"/>
              <a:r>
                <a:rPr lang="zh-CN" altLang="en-US" sz="1600" b="1" dirty="0">
                  <a:solidFill>
                    <a:srgbClr val="7030A0"/>
                  </a:solidFill>
                  <a:latin typeface="Times New Roman" panose="02020603050405020304" pitchFamily="18" charset="0"/>
                  <a:ea typeface="宋体" panose="02010600030101010101" pitchFamily="2" charset="-122"/>
                </a:rPr>
                <a:t>终端</a:t>
              </a:r>
              <a:r>
                <a:rPr lang="en-US" altLang="zh-CN" sz="1600" b="1" dirty="0">
                  <a:solidFill>
                    <a:srgbClr val="7030A0"/>
                  </a:solidFill>
                  <a:latin typeface="Times New Roman" panose="02020603050405020304" pitchFamily="18" charset="0"/>
                  <a:ea typeface="宋体" panose="02010600030101010101" pitchFamily="2" charset="-122"/>
                </a:rPr>
                <a:t>2</a:t>
              </a:r>
              <a:endParaRPr lang="en-US" altLang="zh-CN" sz="1600" b="1" dirty="0">
                <a:solidFill>
                  <a:srgbClr val="7030A0"/>
                </a:solidFill>
                <a:latin typeface="Gulim" panose="020B0600000101010101" pitchFamily="34" charset="-127"/>
                <a:ea typeface="Gulim" panose="020B0600000101010101" pitchFamily="34" charset="-127"/>
              </a:endParaRPr>
            </a:p>
          </p:txBody>
        </p:sp>
        <p:sp>
          <p:nvSpPr>
            <p:cNvPr id="23568" name="Text Box 17"/>
            <p:cNvSpPr txBox="1"/>
            <p:nvPr/>
          </p:nvSpPr>
          <p:spPr>
            <a:xfrm>
              <a:off x="7499" y="1764"/>
              <a:ext cx="920" cy="267"/>
            </a:xfrm>
            <a:prstGeom prst="rect">
              <a:avLst/>
            </a:prstGeom>
            <a:noFill/>
            <a:ln w="9525">
              <a:noFill/>
            </a:ln>
          </p:spPr>
          <p:txBody>
            <a:bodyPr lIns="0" tIns="0" rIns="0" bIns="0" anchor="t" anchorCtr="0"/>
            <a:lstStyle/>
            <a:p>
              <a:pPr algn="ctr" latinLnBrk="1"/>
              <a:r>
                <a:rPr lang="zh-CN" altLang="en-US" b="1" dirty="0">
                  <a:solidFill>
                    <a:srgbClr val="FF0000"/>
                  </a:solidFill>
                  <a:latin typeface="Times New Roman" panose="02020603050405020304" pitchFamily="18" charset="0"/>
                  <a:ea typeface="宋体" panose="02010600030101010101" pitchFamily="2" charset="-122"/>
                </a:rPr>
                <a:t>客户端</a:t>
              </a:r>
              <a:endParaRPr lang="zh-CN" altLang="en-US" b="1" dirty="0">
                <a:solidFill>
                  <a:srgbClr val="FF0000"/>
                </a:solidFill>
                <a:latin typeface="Gulim" panose="020B0600000101010101" pitchFamily="34" charset="-127"/>
                <a:ea typeface="Gulim" panose="020B0600000101010101" pitchFamily="34" charset="-127"/>
              </a:endParaRPr>
            </a:p>
          </p:txBody>
        </p:sp>
        <p:pic>
          <p:nvPicPr>
            <p:cNvPr id="23569" name="Picture 18" descr="tu"/>
            <p:cNvPicPr>
              <a:picLocks noChangeAspect="1"/>
            </p:cNvPicPr>
            <p:nvPr/>
          </p:nvPicPr>
          <p:blipFill>
            <a:blip r:embed="rId2"/>
            <a:stretch>
              <a:fillRect/>
            </a:stretch>
          </p:blipFill>
          <p:spPr>
            <a:xfrm>
              <a:off x="7560" y="2064"/>
              <a:ext cx="793" cy="776"/>
            </a:xfrm>
            <a:prstGeom prst="rect">
              <a:avLst/>
            </a:prstGeom>
            <a:noFill/>
            <a:ln w="9525">
              <a:noFill/>
            </a:ln>
          </p:spPr>
        </p:pic>
        <p:pic>
          <p:nvPicPr>
            <p:cNvPr id="23570" name="Picture 19" descr="tu"/>
            <p:cNvPicPr>
              <a:picLocks noChangeAspect="1"/>
            </p:cNvPicPr>
            <p:nvPr/>
          </p:nvPicPr>
          <p:blipFill>
            <a:blip r:embed="rId2"/>
            <a:stretch>
              <a:fillRect/>
            </a:stretch>
          </p:blipFill>
          <p:spPr>
            <a:xfrm>
              <a:off x="7560" y="3936"/>
              <a:ext cx="793" cy="776"/>
            </a:xfrm>
            <a:prstGeom prst="rect">
              <a:avLst/>
            </a:prstGeom>
            <a:noFill/>
            <a:ln w="9525">
              <a:noFill/>
            </a:ln>
          </p:spPr>
        </p:pic>
        <p:pic>
          <p:nvPicPr>
            <p:cNvPr id="23571" name="Picture 20" descr="tu"/>
            <p:cNvPicPr>
              <a:picLocks noChangeAspect="1"/>
            </p:cNvPicPr>
            <p:nvPr/>
          </p:nvPicPr>
          <p:blipFill>
            <a:blip r:embed="rId2"/>
            <a:stretch>
              <a:fillRect/>
            </a:stretch>
          </p:blipFill>
          <p:spPr>
            <a:xfrm>
              <a:off x="7560" y="3000"/>
              <a:ext cx="793" cy="776"/>
            </a:xfrm>
            <a:prstGeom prst="rect">
              <a:avLst/>
            </a:prstGeom>
            <a:noFill/>
            <a:ln w="9525">
              <a:noFill/>
            </a:ln>
          </p:spPr>
        </p:pic>
        <p:grpSp>
          <p:nvGrpSpPr>
            <p:cNvPr id="23572" name="Group 21"/>
            <p:cNvGrpSpPr/>
            <p:nvPr/>
          </p:nvGrpSpPr>
          <p:grpSpPr>
            <a:xfrm>
              <a:off x="3960" y="2064"/>
              <a:ext cx="1260" cy="2392"/>
              <a:chOff x="2378" y="694"/>
              <a:chExt cx="802" cy="1252"/>
            </a:xfrm>
          </p:grpSpPr>
          <p:grpSp>
            <p:nvGrpSpPr>
              <p:cNvPr id="23573" name="Group 22"/>
              <p:cNvGrpSpPr/>
              <p:nvPr/>
            </p:nvGrpSpPr>
            <p:grpSpPr>
              <a:xfrm>
                <a:off x="2734" y="771"/>
                <a:ext cx="446" cy="1175"/>
                <a:chOff x="2734" y="771"/>
                <a:chExt cx="446" cy="1175"/>
              </a:xfrm>
            </p:grpSpPr>
            <p:sp>
              <p:nvSpPr>
                <p:cNvPr id="23574" name="Freeform 23"/>
                <p:cNvSpPr/>
                <p:nvPr/>
              </p:nvSpPr>
              <p:spPr>
                <a:xfrm>
                  <a:off x="2734" y="771"/>
                  <a:ext cx="446" cy="1175"/>
                </a:xfrm>
                <a:custGeom>
                  <a:avLst/>
                  <a:gdLst/>
                  <a:ahLst/>
                  <a:cxnLst>
                    <a:cxn ang="0">
                      <a:pos x="0" y="196"/>
                    </a:cxn>
                    <a:cxn ang="0">
                      <a:pos x="0" y="1175"/>
                    </a:cxn>
                    <a:cxn ang="0">
                      <a:pos x="446" y="897"/>
                    </a:cxn>
                    <a:cxn ang="0">
                      <a:pos x="446" y="0"/>
                    </a:cxn>
                    <a:cxn ang="0">
                      <a:pos x="0" y="196"/>
                    </a:cxn>
                  </a:cxnLst>
                  <a:rect l="0" t="0" r="0" b="0"/>
                  <a:pathLst>
                    <a:path w="446" h="1175">
                      <a:moveTo>
                        <a:pt x="0" y="196"/>
                      </a:moveTo>
                      <a:lnTo>
                        <a:pt x="0" y="1175"/>
                      </a:lnTo>
                      <a:lnTo>
                        <a:pt x="446" y="897"/>
                      </a:lnTo>
                      <a:lnTo>
                        <a:pt x="446" y="0"/>
                      </a:lnTo>
                      <a:lnTo>
                        <a:pt x="0" y="196"/>
                      </a:lnTo>
                      <a:close/>
                    </a:path>
                  </a:pathLst>
                </a:custGeom>
                <a:solidFill>
                  <a:srgbClr val="CECECE"/>
                </a:solidFill>
                <a:ln w="9525">
                  <a:noFill/>
                </a:ln>
              </p:spPr>
              <p:txBody>
                <a:bodyPr/>
                <a:lstStyle/>
                <a:p>
                  <a:endParaRPr lang="zh-CN" altLang="en-US"/>
                </a:p>
              </p:txBody>
            </p:sp>
            <p:sp>
              <p:nvSpPr>
                <p:cNvPr id="23575" name="Freeform 24"/>
                <p:cNvSpPr/>
                <p:nvPr/>
              </p:nvSpPr>
              <p:spPr>
                <a:xfrm>
                  <a:off x="2734" y="771"/>
                  <a:ext cx="446" cy="1175"/>
                </a:xfrm>
                <a:custGeom>
                  <a:avLst/>
                  <a:gdLst/>
                  <a:ahLst/>
                  <a:cxnLst>
                    <a:cxn ang="0">
                      <a:pos x="0" y="196"/>
                    </a:cxn>
                    <a:cxn ang="0">
                      <a:pos x="0" y="1175"/>
                    </a:cxn>
                    <a:cxn ang="0">
                      <a:pos x="446" y="897"/>
                    </a:cxn>
                    <a:cxn ang="0">
                      <a:pos x="446" y="0"/>
                    </a:cxn>
                    <a:cxn ang="0">
                      <a:pos x="0" y="196"/>
                    </a:cxn>
                  </a:cxnLst>
                  <a:rect l="0" t="0" r="0" b="0"/>
                  <a:pathLst>
                    <a:path w="446" h="1175">
                      <a:moveTo>
                        <a:pt x="0" y="196"/>
                      </a:moveTo>
                      <a:lnTo>
                        <a:pt x="0" y="1175"/>
                      </a:lnTo>
                      <a:lnTo>
                        <a:pt x="446" y="897"/>
                      </a:lnTo>
                      <a:lnTo>
                        <a:pt x="446" y="0"/>
                      </a:lnTo>
                      <a:lnTo>
                        <a:pt x="0" y="196"/>
                      </a:lnTo>
                    </a:path>
                  </a:pathLst>
                </a:custGeom>
                <a:noFill/>
                <a:ln w="12700" cap="flat" cmpd="sng">
                  <a:solidFill>
                    <a:srgbClr val="000000"/>
                  </a:solidFill>
                  <a:prstDash val="solid"/>
                  <a:round/>
                  <a:headEnd type="none" w="med" len="med"/>
                  <a:tailEnd type="none" w="med" len="med"/>
                </a:ln>
              </p:spPr>
              <p:txBody>
                <a:bodyPr/>
                <a:lstStyle/>
                <a:p>
                  <a:endParaRPr lang="zh-CN" altLang="en-US"/>
                </a:p>
              </p:txBody>
            </p:sp>
          </p:grpSp>
          <p:grpSp>
            <p:nvGrpSpPr>
              <p:cNvPr id="23576" name="Group 25"/>
              <p:cNvGrpSpPr/>
              <p:nvPr/>
            </p:nvGrpSpPr>
            <p:grpSpPr>
              <a:xfrm>
                <a:off x="2383" y="884"/>
                <a:ext cx="351" cy="1062"/>
                <a:chOff x="2383" y="884"/>
                <a:chExt cx="351" cy="1062"/>
              </a:xfrm>
            </p:grpSpPr>
            <p:sp>
              <p:nvSpPr>
                <p:cNvPr id="23577" name="Freeform 26"/>
                <p:cNvSpPr/>
                <p:nvPr/>
              </p:nvSpPr>
              <p:spPr>
                <a:xfrm>
                  <a:off x="2383" y="884"/>
                  <a:ext cx="351" cy="1062"/>
                </a:xfrm>
                <a:custGeom>
                  <a:avLst/>
                  <a:gdLst/>
                  <a:ahLst/>
                  <a:cxnLst>
                    <a:cxn ang="0">
                      <a:pos x="351" y="84"/>
                    </a:cxn>
                    <a:cxn ang="0">
                      <a:pos x="351" y="1062"/>
                    </a:cxn>
                    <a:cxn ang="0">
                      <a:pos x="1" y="964"/>
                    </a:cxn>
                    <a:cxn ang="0">
                      <a:pos x="0" y="0"/>
                    </a:cxn>
                    <a:cxn ang="0">
                      <a:pos x="351" y="84"/>
                    </a:cxn>
                  </a:cxnLst>
                  <a:rect l="0" t="0" r="0" b="0"/>
                  <a:pathLst>
                    <a:path w="351" h="1062">
                      <a:moveTo>
                        <a:pt x="351" y="84"/>
                      </a:moveTo>
                      <a:lnTo>
                        <a:pt x="351" y="1062"/>
                      </a:lnTo>
                      <a:lnTo>
                        <a:pt x="1" y="964"/>
                      </a:lnTo>
                      <a:lnTo>
                        <a:pt x="0" y="0"/>
                      </a:lnTo>
                      <a:lnTo>
                        <a:pt x="351" y="84"/>
                      </a:lnTo>
                      <a:close/>
                    </a:path>
                  </a:pathLst>
                </a:custGeom>
                <a:solidFill>
                  <a:srgbClr val="FFFFFF"/>
                </a:solidFill>
                <a:ln w="9525">
                  <a:noFill/>
                </a:ln>
              </p:spPr>
              <p:txBody>
                <a:bodyPr/>
                <a:lstStyle/>
                <a:p>
                  <a:endParaRPr lang="zh-CN" altLang="en-US"/>
                </a:p>
              </p:txBody>
            </p:sp>
            <p:sp>
              <p:nvSpPr>
                <p:cNvPr id="23578" name="Freeform 27"/>
                <p:cNvSpPr/>
                <p:nvPr/>
              </p:nvSpPr>
              <p:spPr>
                <a:xfrm>
                  <a:off x="2383" y="884"/>
                  <a:ext cx="351" cy="1062"/>
                </a:xfrm>
                <a:custGeom>
                  <a:avLst/>
                  <a:gdLst/>
                  <a:ahLst/>
                  <a:cxnLst>
                    <a:cxn ang="0">
                      <a:pos x="351" y="84"/>
                    </a:cxn>
                    <a:cxn ang="0">
                      <a:pos x="351" y="1062"/>
                    </a:cxn>
                    <a:cxn ang="0">
                      <a:pos x="1" y="964"/>
                    </a:cxn>
                    <a:cxn ang="0">
                      <a:pos x="0" y="0"/>
                    </a:cxn>
                    <a:cxn ang="0">
                      <a:pos x="351" y="84"/>
                    </a:cxn>
                  </a:cxnLst>
                  <a:rect l="0" t="0" r="0" b="0"/>
                  <a:pathLst>
                    <a:path w="351" h="1062">
                      <a:moveTo>
                        <a:pt x="351" y="84"/>
                      </a:moveTo>
                      <a:lnTo>
                        <a:pt x="351" y="1062"/>
                      </a:lnTo>
                      <a:lnTo>
                        <a:pt x="1" y="964"/>
                      </a:lnTo>
                      <a:lnTo>
                        <a:pt x="0" y="0"/>
                      </a:lnTo>
                      <a:lnTo>
                        <a:pt x="351" y="84"/>
                      </a:lnTo>
                    </a:path>
                  </a:pathLst>
                </a:custGeom>
                <a:noFill/>
                <a:ln w="12700" cap="flat" cmpd="sng">
                  <a:solidFill>
                    <a:srgbClr val="000000"/>
                  </a:solidFill>
                  <a:prstDash val="solid"/>
                  <a:round/>
                  <a:headEnd type="none" w="med" len="med"/>
                  <a:tailEnd type="none" w="med" len="med"/>
                </a:ln>
              </p:spPr>
              <p:txBody>
                <a:bodyPr/>
                <a:lstStyle/>
                <a:p>
                  <a:endParaRPr lang="zh-CN" altLang="en-US"/>
                </a:p>
              </p:txBody>
            </p:sp>
          </p:grpSp>
          <p:grpSp>
            <p:nvGrpSpPr>
              <p:cNvPr id="23579" name="Group 28"/>
              <p:cNvGrpSpPr/>
              <p:nvPr/>
            </p:nvGrpSpPr>
            <p:grpSpPr>
              <a:xfrm>
                <a:off x="2425" y="950"/>
                <a:ext cx="253" cy="942"/>
                <a:chOff x="2425" y="950"/>
                <a:chExt cx="253" cy="942"/>
              </a:xfrm>
            </p:grpSpPr>
            <p:sp>
              <p:nvSpPr>
                <p:cNvPr id="23580" name="Freeform 29"/>
                <p:cNvSpPr/>
                <p:nvPr/>
              </p:nvSpPr>
              <p:spPr>
                <a:xfrm>
                  <a:off x="2425" y="950"/>
                  <a:ext cx="253" cy="942"/>
                </a:xfrm>
                <a:custGeom>
                  <a:avLst/>
                  <a:gdLst/>
                  <a:ahLst/>
                  <a:cxnLst>
                    <a:cxn ang="0">
                      <a:pos x="0" y="9"/>
                    </a:cxn>
                    <a:cxn ang="0">
                      <a:pos x="0" y="871"/>
                    </a:cxn>
                    <a:cxn ang="0">
                      <a:pos x="253" y="942"/>
                    </a:cxn>
                    <a:cxn ang="0">
                      <a:pos x="252" y="64"/>
                    </a:cxn>
                    <a:cxn ang="0">
                      <a:pos x="0" y="0"/>
                    </a:cxn>
                    <a:cxn ang="0">
                      <a:pos x="0" y="9"/>
                    </a:cxn>
                  </a:cxnLst>
                  <a:rect l="0" t="0" r="0" b="0"/>
                  <a:pathLst>
                    <a:path w="253" h="942">
                      <a:moveTo>
                        <a:pt x="0" y="9"/>
                      </a:moveTo>
                      <a:lnTo>
                        <a:pt x="0" y="871"/>
                      </a:lnTo>
                      <a:lnTo>
                        <a:pt x="253" y="942"/>
                      </a:lnTo>
                      <a:lnTo>
                        <a:pt x="252" y="64"/>
                      </a:lnTo>
                      <a:lnTo>
                        <a:pt x="0" y="0"/>
                      </a:lnTo>
                      <a:lnTo>
                        <a:pt x="0" y="9"/>
                      </a:lnTo>
                      <a:close/>
                    </a:path>
                  </a:pathLst>
                </a:custGeom>
                <a:solidFill>
                  <a:srgbClr val="DADADA"/>
                </a:solidFill>
                <a:ln w="9525">
                  <a:noFill/>
                </a:ln>
              </p:spPr>
              <p:txBody>
                <a:bodyPr/>
                <a:lstStyle/>
                <a:p>
                  <a:endParaRPr lang="zh-CN" altLang="en-US"/>
                </a:p>
              </p:txBody>
            </p:sp>
            <p:sp>
              <p:nvSpPr>
                <p:cNvPr id="23581" name="Freeform 30"/>
                <p:cNvSpPr/>
                <p:nvPr/>
              </p:nvSpPr>
              <p:spPr>
                <a:xfrm>
                  <a:off x="2425" y="950"/>
                  <a:ext cx="253" cy="942"/>
                </a:xfrm>
                <a:custGeom>
                  <a:avLst/>
                  <a:gdLst/>
                  <a:ahLst/>
                  <a:cxnLst>
                    <a:cxn ang="0">
                      <a:pos x="0" y="9"/>
                    </a:cxn>
                    <a:cxn ang="0">
                      <a:pos x="0" y="871"/>
                    </a:cxn>
                    <a:cxn ang="0">
                      <a:pos x="253" y="942"/>
                    </a:cxn>
                    <a:cxn ang="0">
                      <a:pos x="252" y="64"/>
                    </a:cxn>
                    <a:cxn ang="0">
                      <a:pos x="0" y="0"/>
                    </a:cxn>
                  </a:cxnLst>
                  <a:rect l="0" t="0" r="0" b="0"/>
                  <a:pathLst>
                    <a:path w="253" h="942">
                      <a:moveTo>
                        <a:pt x="0" y="9"/>
                      </a:moveTo>
                      <a:lnTo>
                        <a:pt x="0" y="871"/>
                      </a:lnTo>
                      <a:lnTo>
                        <a:pt x="253" y="942"/>
                      </a:lnTo>
                      <a:lnTo>
                        <a:pt x="252" y="64"/>
                      </a:lnTo>
                      <a:lnTo>
                        <a:pt x="0" y="0"/>
                      </a:lnTo>
                    </a:path>
                  </a:pathLst>
                </a:custGeom>
                <a:noFill/>
                <a:ln w="12700" cap="flat" cmpd="sng">
                  <a:solidFill>
                    <a:srgbClr val="000000"/>
                  </a:solidFill>
                  <a:prstDash val="solid"/>
                  <a:round/>
                  <a:headEnd type="none" w="med" len="med"/>
                  <a:tailEnd type="none" w="med" len="med"/>
                </a:ln>
              </p:spPr>
              <p:txBody>
                <a:bodyPr/>
                <a:lstStyle/>
                <a:p>
                  <a:endParaRPr lang="zh-CN" altLang="en-US"/>
                </a:p>
              </p:txBody>
            </p:sp>
          </p:grpSp>
          <p:sp>
            <p:nvSpPr>
              <p:cNvPr id="23582" name="Line 31"/>
              <p:cNvSpPr/>
              <p:nvPr/>
            </p:nvSpPr>
            <p:spPr>
              <a:xfrm>
                <a:off x="2429" y="1779"/>
                <a:ext cx="243" cy="60"/>
              </a:xfrm>
              <a:prstGeom prst="line">
                <a:avLst/>
              </a:prstGeom>
              <a:ln w="12700" cap="flat" cmpd="sng">
                <a:solidFill>
                  <a:srgbClr val="000000"/>
                </a:solidFill>
                <a:prstDash val="solid"/>
                <a:round/>
                <a:headEnd type="none" w="med" len="med"/>
                <a:tailEnd type="none" w="med" len="med"/>
              </a:ln>
            </p:spPr>
            <p:txBody>
              <a:bodyPr/>
              <a:lstStyle/>
              <a:p>
                <a:endParaRPr lang="zh-CN" altLang="en-US"/>
              </a:p>
            </p:txBody>
          </p:sp>
          <p:grpSp>
            <p:nvGrpSpPr>
              <p:cNvPr id="23583" name="Group 32"/>
              <p:cNvGrpSpPr/>
              <p:nvPr/>
            </p:nvGrpSpPr>
            <p:grpSpPr>
              <a:xfrm>
                <a:off x="2425" y="1075"/>
                <a:ext cx="253" cy="354"/>
                <a:chOff x="2425" y="1075"/>
                <a:chExt cx="253" cy="354"/>
              </a:xfrm>
            </p:grpSpPr>
            <p:sp>
              <p:nvSpPr>
                <p:cNvPr id="23584" name="Freeform 33"/>
                <p:cNvSpPr/>
                <p:nvPr/>
              </p:nvSpPr>
              <p:spPr>
                <a:xfrm>
                  <a:off x="2425" y="1075"/>
                  <a:ext cx="253" cy="354"/>
                </a:xfrm>
                <a:custGeom>
                  <a:avLst/>
                  <a:gdLst/>
                  <a:ahLst/>
                  <a:cxnLst>
                    <a:cxn ang="0">
                      <a:pos x="1" y="0"/>
                    </a:cxn>
                    <a:cxn ang="0">
                      <a:pos x="253" y="62"/>
                    </a:cxn>
                    <a:cxn ang="0">
                      <a:pos x="253" y="354"/>
                    </a:cxn>
                    <a:cxn ang="0">
                      <a:pos x="0" y="287"/>
                    </a:cxn>
                    <a:cxn ang="0">
                      <a:pos x="1" y="0"/>
                    </a:cxn>
                  </a:cxnLst>
                  <a:rect l="0" t="0" r="0" b="0"/>
                  <a:pathLst>
                    <a:path w="253" h="354">
                      <a:moveTo>
                        <a:pt x="1" y="0"/>
                      </a:moveTo>
                      <a:lnTo>
                        <a:pt x="253" y="62"/>
                      </a:lnTo>
                      <a:lnTo>
                        <a:pt x="253" y="354"/>
                      </a:lnTo>
                      <a:lnTo>
                        <a:pt x="0" y="287"/>
                      </a:lnTo>
                      <a:lnTo>
                        <a:pt x="1" y="0"/>
                      </a:lnTo>
                      <a:close/>
                    </a:path>
                  </a:pathLst>
                </a:custGeom>
                <a:solidFill>
                  <a:srgbClr val="FFFFFF"/>
                </a:solidFill>
                <a:ln w="9525">
                  <a:noFill/>
                </a:ln>
              </p:spPr>
              <p:txBody>
                <a:bodyPr/>
                <a:lstStyle/>
                <a:p>
                  <a:endParaRPr lang="zh-CN" altLang="en-US"/>
                </a:p>
              </p:txBody>
            </p:sp>
            <p:sp>
              <p:nvSpPr>
                <p:cNvPr id="23585" name="Freeform 34"/>
                <p:cNvSpPr/>
                <p:nvPr/>
              </p:nvSpPr>
              <p:spPr>
                <a:xfrm>
                  <a:off x="2425" y="1075"/>
                  <a:ext cx="253" cy="354"/>
                </a:xfrm>
                <a:custGeom>
                  <a:avLst/>
                  <a:gdLst/>
                  <a:ahLst/>
                  <a:cxnLst>
                    <a:cxn ang="0">
                      <a:pos x="1" y="0"/>
                    </a:cxn>
                    <a:cxn ang="0">
                      <a:pos x="253" y="62"/>
                    </a:cxn>
                    <a:cxn ang="0">
                      <a:pos x="253" y="354"/>
                    </a:cxn>
                    <a:cxn ang="0">
                      <a:pos x="0" y="287"/>
                    </a:cxn>
                    <a:cxn ang="0">
                      <a:pos x="1" y="0"/>
                    </a:cxn>
                  </a:cxnLst>
                  <a:rect l="0" t="0" r="0" b="0"/>
                  <a:pathLst>
                    <a:path w="253" h="354">
                      <a:moveTo>
                        <a:pt x="1" y="0"/>
                      </a:moveTo>
                      <a:lnTo>
                        <a:pt x="253" y="62"/>
                      </a:lnTo>
                      <a:lnTo>
                        <a:pt x="253" y="354"/>
                      </a:lnTo>
                      <a:lnTo>
                        <a:pt x="0" y="287"/>
                      </a:lnTo>
                      <a:lnTo>
                        <a:pt x="1" y="0"/>
                      </a:lnTo>
                    </a:path>
                  </a:pathLst>
                </a:custGeom>
                <a:noFill/>
                <a:ln w="12700" cap="flat" cmpd="sng">
                  <a:solidFill>
                    <a:srgbClr val="000000"/>
                  </a:solidFill>
                  <a:prstDash val="solid"/>
                  <a:round/>
                  <a:headEnd type="none" w="med" len="med"/>
                  <a:tailEnd type="none" w="med" len="med"/>
                </a:ln>
              </p:spPr>
              <p:txBody>
                <a:bodyPr/>
                <a:lstStyle/>
                <a:p>
                  <a:endParaRPr lang="zh-CN" altLang="en-US"/>
                </a:p>
              </p:txBody>
            </p:sp>
          </p:grpSp>
          <p:sp>
            <p:nvSpPr>
              <p:cNvPr id="23586" name="Line 35"/>
              <p:cNvSpPr/>
              <p:nvPr/>
            </p:nvSpPr>
            <p:spPr>
              <a:xfrm>
                <a:off x="2432" y="1177"/>
                <a:ext cx="242" cy="50"/>
              </a:xfrm>
              <a:prstGeom prst="line">
                <a:avLst/>
              </a:prstGeom>
              <a:ln w="12700" cap="flat" cmpd="sng">
                <a:solidFill>
                  <a:srgbClr val="000000"/>
                </a:solidFill>
                <a:prstDash val="solid"/>
                <a:round/>
                <a:headEnd type="none" w="med" len="med"/>
                <a:tailEnd type="none" w="med" len="med"/>
              </a:ln>
            </p:spPr>
            <p:txBody>
              <a:bodyPr/>
              <a:lstStyle/>
              <a:p>
                <a:endParaRPr lang="zh-CN" altLang="en-US"/>
              </a:p>
            </p:txBody>
          </p:sp>
          <p:sp>
            <p:nvSpPr>
              <p:cNvPr id="23587" name="Line 36"/>
              <p:cNvSpPr/>
              <p:nvPr/>
            </p:nvSpPr>
            <p:spPr>
              <a:xfrm>
                <a:off x="2432" y="1275"/>
                <a:ext cx="242" cy="60"/>
              </a:xfrm>
              <a:prstGeom prst="line">
                <a:avLst/>
              </a:prstGeom>
              <a:ln w="12700" cap="flat" cmpd="sng">
                <a:solidFill>
                  <a:srgbClr val="000000"/>
                </a:solidFill>
                <a:prstDash val="solid"/>
                <a:round/>
                <a:headEnd type="none" w="med" len="med"/>
                <a:tailEnd type="none" w="med" len="med"/>
              </a:ln>
            </p:spPr>
            <p:txBody>
              <a:bodyPr/>
              <a:lstStyle/>
              <a:p>
                <a:endParaRPr lang="zh-CN" altLang="en-US"/>
              </a:p>
            </p:txBody>
          </p:sp>
          <p:sp>
            <p:nvSpPr>
              <p:cNvPr id="23588" name="Line 37"/>
              <p:cNvSpPr/>
              <p:nvPr/>
            </p:nvSpPr>
            <p:spPr>
              <a:xfrm>
                <a:off x="2463" y="1134"/>
                <a:ext cx="175" cy="35"/>
              </a:xfrm>
              <a:prstGeom prst="line">
                <a:avLst/>
              </a:prstGeom>
              <a:ln w="12700" cap="flat" cmpd="sng">
                <a:solidFill>
                  <a:srgbClr val="919191"/>
                </a:solidFill>
                <a:prstDash val="solid"/>
                <a:round/>
                <a:headEnd type="none" w="med" len="med"/>
                <a:tailEnd type="none" w="med" len="med"/>
              </a:ln>
            </p:spPr>
            <p:txBody>
              <a:bodyPr/>
              <a:lstStyle/>
              <a:p>
                <a:endParaRPr lang="zh-CN" altLang="en-US"/>
              </a:p>
            </p:txBody>
          </p:sp>
          <p:sp>
            <p:nvSpPr>
              <p:cNvPr id="23589" name="Oval 38"/>
              <p:cNvSpPr/>
              <p:nvPr/>
            </p:nvSpPr>
            <p:spPr>
              <a:xfrm>
                <a:off x="2453" y="996"/>
                <a:ext cx="40" cy="22"/>
              </a:xfrm>
              <a:prstGeom prst="ellipse">
                <a:avLst/>
              </a:prstGeom>
              <a:solidFill>
                <a:srgbClr val="DC0081"/>
              </a:solidFill>
              <a:ln w="9525">
                <a:noFill/>
              </a:ln>
            </p:spPr>
            <p:txBody>
              <a:bodyPr anchor="t" anchorCtr="0"/>
              <a:lstStyle/>
              <a:p>
                <a:pPr algn="r"/>
                <a:endParaRPr lang="zh-CN" altLang="en-US" dirty="0">
                  <a:latin typeface="Arial" panose="020B0604020202020204" pitchFamily="34" charset="0"/>
                  <a:ea typeface="Gulim" panose="020B0600000101010101" pitchFamily="34" charset="-127"/>
                </a:endParaRPr>
              </a:p>
            </p:txBody>
          </p:sp>
          <p:sp>
            <p:nvSpPr>
              <p:cNvPr id="23590" name="Freeform 39"/>
              <p:cNvSpPr/>
              <p:nvPr/>
            </p:nvSpPr>
            <p:spPr>
              <a:xfrm>
                <a:off x="2501" y="1130"/>
                <a:ext cx="93" cy="47"/>
              </a:xfrm>
              <a:custGeom>
                <a:avLst/>
                <a:gdLst/>
                <a:ahLst/>
                <a:cxnLst>
                  <a:cxn ang="0">
                    <a:pos x="0" y="0"/>
                  </a:cxn>
                  <a:cxn ang="0">
                    <a:pos x="0" y="28"/>
                  </a:cxn>
                  <a:cxn ang="0">
                    <a:pos x="93" y="47"/>
                  </a:cxn>
                  <a:cxn ang="0">
                    <a:pos x="93" y="19"/>
                  </a:cxn>
                  <a:cxn ang="0">
                    <a:pos x="0" y="0"/>
                  </a:cxn>
                </a:cxnLst>
                <a:rect l="0" t="0" r="0" b="0"/>
                <a:pathLst>
                  <a:path w="93" h="47">
                    <a:moveTo>
                      <a:pt x="0" y="0"/>
                    </a:moveTo>
                    <a:lnTo>
                      <a:pt x="0" y="28"/>
                    </a:lnTo>
                    <a:lnTo>
                      <a:pt x="93" y="47"/>
                    </a:lnTo>
                    <a:lnTo>
                      <a:pt x="93" y="19"/>
                    </a:lnTo>
                    <a:lnTo>
                      <a:pt x="0" y="0"/>
                    </a:lnTo>
                    <a:close/>
                  </a:path>
                </a:pathLst>
              </a:custGeom>
              <a:solidFill>
                <a:srgbClr val="A9A9A9"/>
              </a:solidFill>
              <a:ln w="9525">
                <a:noFill/>
              </a:ln>
            </p:spPr>
            <p:txBody>
              <a:bodyPr/>
              <a:lstStyle/>
              <a:p>
                <a:endParaRPr lang="zh-CN" altLang="en-US"/>
              </a:p>
            </p:txBody>
          </p:sp>
          <p:sp>
            <p:nvSpPr>
              <p:cNvPr id="23591" name="Line 40"/>
              <p:cNvSpPr/>
              <p:nvPr/>
            </p:nvSpPr>
            <p:spPr>
              <a:xfrm>
                <a:off x="2429" y="1732"/>
                <a:ext cx="243" cy="58"/>
              </a:xfrm>
              <a:prstGeom prst="line">
                <a:avLst/>
              </a:prstGeom>
              <a:ln w="12700" cap="flat" cmpd="sng">
                <a:solidFill>
                  <a:srgbClr val="000000"/>
                </a:solidFill>
                <a:prstDash val="solid"/>
                <a:round/>
                <a:headEnd type="none" w="med" len="med"/>
                <a:tailEnd type="none" w="med" len="med"/>
              </a:ln>
            </p:spPr>
            <p:txBody>
              <a:bodyPr/>
              <a:lstStyle/>
              <a:p>
                <a:endParaRPr lang="zh-CN" altLang="en-US"/>
              </a:p>
            </p:txBody>
          </p:sp>
          <p:sp>
            <p:nvSpPr>
              <p:cNvPr id="23592" name="Line 41"/>
              <p:cNvSpPr/>
              <p:nvPr/>
            </p:nvSpPr>
            <p:spPr>
              <a:xfrm>
                <a:off x="2429" y="1682"/>
                <a:ext cx="243" cy="61"/>
              </a:xfrm>
              <a:prstGeom prst="line">
                <a:avLst/>
              </a:prstGeom>
              <a:ln w="12700" cap="flat" cmpd="sng">
                <a:solidFill>
                  <a:srgbClr val="000000"/>
                </a:solidFill>
                <a:prstDash val="solid"/>
                <a:round/>
                <a:headEnd type="none" w="med" len="med"/>
                <a:tailEnd type="none" w="med" len="med"/>
              </a:ln>
            </p:spPr>
            <p:txBody>
              <a:bodyPr/>
              <a:lstStyle/>
              <a:p>
                <a:endParaRPr lang="zh-CN" altLang="en-US"/>
              </a:p>
            </p:txBody>
          </p:sp>
          <p:grpSp>
            <p:nvGrpSpPr>
              <p:cNvPr id="23593" name="Group 42"/>
              <p:cNvGrpSpPr/>
              <p:nvPr/>
            </p:nvGrpSpPr>
            <p:grpSpPr>
              <a:xfrm>
                <a:off x="2378" y="694"/>
                <a:ext cx="801" cy="277"/>
                <a:chOff x="2378" y="694"/>
                <a:chExt cx="801" cy="277"/>
              </a:xfrm>
            </p:grpSpPr>
            <p:sp>
              <p:nvSpPr>
                <p:cNvPr id="23594" name="Freeform 43"/>
                <p:cNvSpPr/>
                <p:nvPr/>
              </p:nvSpPr>
              <p:spPr>
                <a:xfrm>
                  <a:off x="2378" y="694"/>
                  <a:ext cx="801" cy="277"/>
                </a:xfrm>
                <a:custGeom>
                  <a:avLst/>
                  <a:gdLst/>
                  <a:ahLst/>
                  <a:cxnLst>
                    <a:cxn ang="0">
                      <a:pos x="0" y="190"/>
                    </a:cxn>
                    <a:cxn ang="0">
                      <a:pos x="358" y="277"/>
                    </a:cxn>
                    <a:cxn ang="0">
                      <a:pos x="801" y="78"/>
                    </a:cxn>
                    <a:cxn ang="0">
                      <a:pos x="452" y="0"/>
                    </a:cxn>
                    <a:cxn ang="0">
                      <a:pos x="0" y="190"/>
                    </a:cxn>
                  </a:cxnLst>
                  <a:rect l="0" t="0" r="0" b="0"/>
                  <a:pathLst>
                    <a:path w="801" h="277">
                      <a:moveTo>
                        <a:pt x="0" y="190"/>
                      </a:moveTo>
                      <a:lnTo>
                        <a:pt x="358" y="277"/>
                      </a:lnTo>
                      <a:lnTo>
                        <a:pt x="801" y="78"/>
                      </a:lnTo>
                      <a:lnTo>
                        <a:pt x="452" y="0"/>
                      </a:lnTo>
                      <a:lnTo>
                        <a:pt x="0" y="190"/>
                      </a:lnTo>
                      <a:close/>
                    </a:path>
                  </a:pathLst>
                </a:custGeom>
                <a:solidFill>
                  <a:srgbClr val="FFFFFF"/>
                </a:solidFill>
                <a:ln w="9525">
                  <a:noFill/>
                </a:ln>
              </p:spPr>
              <p:txBody>
                <a:bodyPr/>
                <a:lstStyle/>
                <a:p>
                  <a:endParaRPr lang="zh-CN" altLang="en-US"/>
                </a:p>
              </p:txBody>
            </p:sp>
            <p:sp>
              <p:nvSpPr>
                <p:cNvPr id="23595" name="Freeform 44"/>
                <p:cNvSpPr/>
                <p:nvPr/>
              </p:nvSpPr>
              <p:spPr>
                <a:xfrm>
                  <a:off x="2378" y="694"/>
                  <a:ext cx="801" cy="277"/>
                </a:xfrm>
                <a:custGeom>
                  <a:avLst/>
                  <a:gdLst/>
                  <a:ahLst/>
                  <a:cxnLst>
                    <a:cxn ang="0">
                      <a:pos x="0" y="190"/>
                    </a:cxn>
                    <a:cxn ang="0">
                      <a:pos x="358" y="277"/>
                    </a:cxn>
                    <a:cxn ang="0">
                      <a:pos x="801" y="78"/>
                    </a:cxn>
                    <a:cxn ang="0">
                      <a:pos x="452" y="0"/>
                    </a:cxn>
                    <a:cxn ang="0">
                      <a:pos x="0" y="190"/>
                    </a:cxn>
                  </a:cxnLst>
                  <a:rect l="0" t="0" r="0" b="0"/>
                  <a:pathLst>
                    <a:path w="801" h="277">
                      <a:moveTo>
                        <a:pt x="0" y="190"/>
                      </a:moveTo>
                      <a:lnTo>
                        <a:pt x="358" y="277"/>
                      </a:lnTo>
                      <a:lnTo>
                        <a:pt x="801" y="78"/>
                      </a:lnTo>
                      <a:lnTo>
                        <a:pt x="452" y="0"/>
                      </a:lnTo>
                      <a:lnTo>
                        <a:pt x="0" y="190"/>
                      </a:lnTo>
                    </a:path>
                  </a:pathLst>
                </a:custGeom>
                <a:noFill/>
                <a:ln w="12700" cap="flat" cmpd="sng">
                  <a:solidFill>
                    <a:srgbClr val="000000"/>
                  </a:solidFill>
                  <a:prstDash val="solid"/>
                  <a:round/>
                  <a:headEnd type="none" w="med" len="med"/>
                  <a:tailEnd type="none" w="med" len="med"/>
                </a:ln>
              </p:spPr>
              <p:txBody>
                <a:bodyPr/>
                <a:lstStyle/>
                <a:p>
                  <a:endParaRPr lang="zh-CN" altLang="en-US"/>
                </a:p>
              </p:txBody>
            </p:sp>
          </p:grpSp>
          <p:sp>
            <p:nvSpPr>
              <p:cNvPr id="23596" name="Freeform 45"/>
              <p:cNvSpPr/>
              <p:nvPr/>
            </p:nvSpPr>
            <p:spPr>
              <a:xfrm>
                <a:off x="2609" y="1286"/>
                <a:ext cx="23" cy="22"/>
              </a:xfrm>
              <a:custGeom>
                <a:avLst/>
                <a:gdLst/>
                <a:ahLst/>
                <a:cxnLst>
                  <a:cxn ang="0">
                    <a:pos x="7" y="0"/>
                  </a:cxn>
                  <a:cxn ang="0">
                    <a:pos x="0" y="14"/>
                  </a:cxn>
                  <a:cxn ang="0">
                    <a:pos x="16" y="22"/>
                  </a:cxn>
                  <a:cxn ang="0">
                    <a:pos x="23" y="8"/>
                  </a:cxn>
                  <a:cxn ang="0">
                    <a:pos x="7" y="0"/>
                  </a:cxn>
                </a:cxnLst>
                <a:rect l="0" t="0" r="0" b="0"/>
                <a:pathLst>
                  <a:path w="23" h="22">
                    <a:moveTo>
                      <a:pt x="7" y="0"/>
                    </a:moveTo>
                    <a:lnTo>
                      <a:pt x="0" y="14"/>
                    </a:lnTo>
                    <a:lnTo>
                      <a:pt x="16" y="22"/>
                    </a:lnTo>
                    <a:lnTo>
                      <a:pt x="23" y="8"/>
                    </a:lnTo>
                    <a:lnTo>
                      <a:pt x="7" y="0"/>
                    </a:lnTo>
                    <a:close/>
                  </a:path>
                </a:pathLst>
              </a:custGeom>
              <a:solidFill>
                <a:srgbClr val="919191"/>
              </a:solidFill>
              <a:ln w="9525">
                <a:noFill/>
              </a:ln>
            </p:spPr>
            <p:txBody>
              <a:bodyPr/>
              <a:lstStyle/>
              <a:p>
                <a:endParaRPr lang="zh-CN" altLang="en-US"/>
              </a:p>
            </p:txBody>
          </p:sp>
          <p:grpSp>
            <p:nvGrpSpPr>
              <p:cNvPr id="23597" name="Group 46"/>
              <p:cNvGrpSpPr/>
              <p:nvPr/>
            </p:nvGrpSpPr>
            <p:grpSpPr>
              <a:xfrm>
                <a:off x="2456" y="1201"/>
                <a:ext cx="197" cy="85"/>
                <a:chOff x="2456" y="1201"/>
                <a:chExt cx="197" cy="85"/>
              </a:xfrm>
            </p:grpSpPr>
            <p:sp>
              <p:nvSpPr>
                <p:cNvPr id="23598" name="Line 47"/>
                <p:cNvSpPr/>
                <p:nvPr/>
              </p:nvSpPr>
              <p:spPr>
                <a:xfrm>
                  <a:off x="2459" y="1204"/>
                  <a:ext cx="189" cy="43"/>
                </a:xfrm>
                <a:prstGeom prst="line">
                  <a:avLst/>
                </a:prstGeom>
                <a:ln w="12700" cap="flat" cmpd="sng">
                  <a:solidFill>
                    <a:srgbClr val="919191"/>
                  </a:solidFill>
                  <a:prstDash val="solid"/>
                  <a:round/>
                  <a:headEnd type="none" w="med" len="med"/>
                  <a:tailEnd type="none" w="med" len="med"/>
                </a:ln>
              </p:spPr>
              <p:txBody>
                <a:bodyPr/>
                <a:lstStyle/>
                <a:p>
                  <a:endParaRPr lang="zh-CN" altLang="en-US"/>
                </a:p>
              </p:txBody>
            </p:sp>
            <p:sp>
              <p:nvSpPr>
                <p:cNvPr id="23599" name="Line 48"/>
                <p:cNvSpPr/>
                <p:nvPr/>
              </p:nvSpPr>
              <p:spPr>
                <a:xfrm>
                  <a:off x="2460" y="1242"/>
                  <a:ext cx="188" cy="44"/>
                </a:xfrm>
                <a:prstGeom prst="line">
                  <a:avLst/>
                </a:prstGeom>
                <a:ln w="12700" cap="flat" cmpd="sng">
                  <a:solidFill>
                    <a:srgbClr val="919191"/>
                  </a:solidFill>
                  <a:prstDash val="solid"/>
                  <a:round/>
                  <a:headEnd type="none" w="med" len="med"/>
                  <a:tailEnd type="none" w="med" len="med"/>
                </a:ln>
              </p:spPr>
              <p:txBody>
                <a:bodyPr/>
                <a:lstStyle/>
                <a:p>
                  <a:endParaRPr lang="zh-CN" altLang="en-US"/>
                </a:p>
              </p:txBody>
            </p:sp>
            <p:sp>
              <p:nvSpPr>
                <p:cNvPr id="23600" name="Line 49"/>
                <p:cNvSpPr/>
                <p:nvPr/>
              </p:nvSpPr>
              <p:spPr>
                <a:xfrm>
                  <a:off x="2456" y="1201"/>
                  <a:ext cx="1" cy="34"/>
                </a:xfrm>
                <a:prstGeom prst="line">
                  <a:avLst/>
                </a:prstGeom>
                <a:ln w="12700" cap="flat" cmpd="sng">
                  <a:solidFill>
                    <a:srgbClr val="919191"/>
                  </a:solidFill>
                  <a:prstDash val="solid"/>
                  <a:round/>
                  <a:headEnd type="none" w="med" len="med"/>
                  <a:tailEnd type="none" w="med" len="med"/>
                </a:ln>
              </p:spPr>
              <p:txBody>
                <a:bodyPr/>
                <a:lstStyle/>
                <a:p>
                  <a:endParaRPr lang="zh-CN" altLang="en-US"/>
                </a:p>
              </p:txBody>
            </p:sp>
            <p:sp>
              <p:nvSpPr>
                <p:cNvPr id="23601" name="Line 50"/>
                <p:cNvSpPr/>
                <p:nvPr/>
              </p:nvSpPr>
              <p:spPr>
                <a:xfrm>
                  <a:off x="2652" y="1254"/>
                  <a:ext cx="1" cy="32"/>
                </a:xfrm>
                <a:prstGeom prst="line">
                  <a:avLst/>
                </a:prstGeom>
                <a:ln w="12700" cap="flat" cmpd="sng">
                  <a:solidFill>
                    <a:srgbClr val="919191"/>
                  </a:solidFill>
                  <a:prstDash val="solid"/>
                  <a:round/>
                  <a:headEnd type="none" w="med" len="med"/>
                  <a:tailEnd type="none" w="med" len="med"/>
                </a:ln>
              </p:spPr>
              <p:txBody>
                <a:bodyPr/>
                <a:lstStyle/>
                <a:p>
                  <a:endParaRPr lang="zh-CN" altLang="en-US"/>
                </a:p>
              </p:txBody>
            </p:sp>
          </p:grpSp>
        </p:grpSp>
      </p:grpSp>
      <p:sp>
        <p:nvSpPr>
          <p:cNvPr id="23602" name="Text Box 51"/>
          <p:cNvSpPr txBox="1"/>
          <p:nvPr/>
        </p:nvSpPr>
        <p:spPr>
          <a:xfrm>
            <a:off x="936625" y="4957445"/>
            <a:ext cx="7811839" cy="954107"/>
          </a:xfrm>
          <a:prstGeom prst="rect">
            <a:avLst/>
          </a:prstGeom>
          <a:noFill/>
          <a:ln w="9525">
            <a:noFill/>
          </a:ln>
        </p:spPr>
        <p:txBody>
          <a:bodyPr wrap="square" anchor="t" anchorCtr="0">
            <a:spAutoFit/>
          </a:bodyPr>
          <a:lstStyle/>
          <a:p>
            <a:pPr latinLnBrk="1">
              <a:spcBef>
                <a:spcPts val="0"/>
              </a:spcBef>
            </a:pPr>
            <a:r>
              <a:rPr lang="zh-CN" altLang="en-US" sz="2800" b="1" dirty="0" smtClean="0">
                <a:solidFill>
                  <a:srgbClr val="009900"/>
                </a:solidFill>
                <a:latin typeface="Times New Roman" pitchFamily="18" charset="0"/>
                <a:ea typeface="宋体" pitchFamily="2" charset="-122"/>
                <a:cs typeface="Times New Roman" pitchFamily="18" charset="0"/>
              </a:rPr>
              <a:t>优点</a:t>
            </a:r>
            <a:r>
              <a:rPr lang="en-US" altLang="zh-CN" sz="2800" b="1" dirty="0" smtClean="0">
                <a:solidFill>
                  <a:srgbClr val="009900"/>
                </a:solidFill>
                <a:latin typeface="Times New Roman" pitchFamily="18" charset="0"/>
                <a:ea typeface="宋体" pitchFamily="2" charset="-122"/>
                <a:cs typeface="Times New Roman" pitchFamily="18" charset="0"/>
              </a:rPr>
              <a:t>: </a:t>
            </a:r>
            <a:r>
              <a:rPr lang="zh-CN" altLang="en-US" sz="2800" b="1" dirty="0" smtClean="0">
                <a:solidFill>
                  <a:srgbClr val="009900"/>
                </a:solidFill>
                <a:latin typeface="Times New Roman" pitchFamily="18" charset="0"/>
                <a:ea typeface="宋体" pitchFamily="2" charset="-122"/>
                <a:cs typeface="Times New Roman" pitchFamily="18" charset="0"/>
              </a:rPr>
              <a:t>可以</a:t>
            </a:r>
            <a:r>
              <a:rPr lang="zh-CN" altLang="en-US" sz="2800" b="1" dirty="0">
                <a:solidFill>
                  <a:srgbClr val="009900"/>
                </a:solidFill>
                <a:latin typeface="Times New Roman" pitchFamily="18" charset="0"/>
                <a:ea typeface="宋体" pitchFamily="2" charset="-122"/>
                <a:cs typeface="Times New Roman" pitchFamily="18" charset="0"/>
              </a:rPr>
              <a:t>实现集中管理，安全性好</a:t>
            </a:r>
            <a:r>
              <a:rPr lang="zh-CN" altLang="en-US" sz="2800" b="1" dirty="0" smtClean="0">
                <a:solidFill>
                  <a:srgbClr val="009900"/>
                </a:solidFill>
                <a:latin typeface="Times New Roman" pitchFamily="18" charset="0"/>
                <a:ea typeface="宋体" pitchFamily="2" charset="-122"/>
                <a:cs typeface="Times New Roman" pitchFamily="18" charset="0"/>
              </a:rPr>
              <a:t>。</a:t>
            </a:r>
            <a:endParaRPr lang="en-US" altLang="zh-CN" sz="2800" b="1" dirty="0" smtClean="0">
              <a:solidFill>
                <a:srgbClr val="009900"/>
              </a:solidFill>
              <a:latin typeface="Times New Roman" pitchFamily="18" charset="0"/>
              <a:ea typeface="宋体" pitchFamily="2" charset="-122"/>
              <a:cs typeface="Times New Roman" pitchFamily="18" charset="0"/>
            </a:endParaRPr>
          </a:p>
          <a:p>
            <a:pPr latinLnBrk="1">
              <a:spcBef>
                <a:spcPts val="0"/>
              </a:spcBef>
            </a:pPr>
            <a:r>
              <a:rPr lang="zh-CN" altLang="en-US" sz="2800" b="1" dirty="0" smtClean="0">
                <a:solidFill>
                  <a:srgbClr val="009900"/>
                </a:solidFill>
                <a:latin typeface="Times New Roman" pitchFamily="18" charset="0"/>
                <a:ea typeface="宋体" pitchFamily="2" charset="-122"/>
                <a:cs typeface="Times New Roman" pitchFamily="18" charset="0"/>
              </a:rPr>
              <a:t>缺点</a:t>
            </a:r>
            <a:r>
              <a:rPr lang="en-US" altLang="zh-CN" sz="2800" b="1" dirty="0" smtClean="0">
                <a:solidFill>
                  <a:srgbClr val="009900"/>
                </a:solidFill>
                <a:latin typeface="Times New Roman" pitchFamily="18" charset="0"/>
                <a:ea typeface="宋体" pitchFamily="2" charset="-122"/>
                <a:cs typeface="Times New Roman" pitchFamily="18" charset="0"/>
              </a:rPr>
              <a:t>: </a:t>
            </a:r>
            <a:r>
              <a:rPr lang="zh-CN" altLang="en-US" sz="2800" b="1" dirty="0" smtClean="0">
                <a:solidFill>
                  <a:srgbClr val="009900"/>
                </a:solidFill>
                <a:latin typeface="Times New Roman" pitchFamily="18" charset="0"/>
                <a:ea typeface="宋体" pitchFamily="2" charset="-122"/>
                <a:cs typeface="Times New Roman" pitchFamily="18" charset="0"/>
              </a:rPr>
              <a:t>费用</a:t>
            </a:r>
            <a:r>
              <a:rPr lang="zh-CN" altLang="en-US" sz="2800" b="1" dirty="0">
                <a:solidFill>
                  <a:srgbClr val="009900"/>
                </a:solidFill>
                <a:latin typeface="Times New Roman" pitchFamily="18" charset="0"/>
                <a:ea typeface="宋体" pitchFamily="2" charset="-122"/>
                <a:cs typeface="Times New Roman" pitchFamily="18" charset="0"/>
              </a:rPr>
              <a:t>昂贵，不能真正划分应用程序的逻辑。 </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7" name="Rectangle 2"/>
          <p:cNvSpPr>
            <a:spLocks noGrp="1"/>
          </p:cNvSpPr>
          <p:nvPr>
            <p:ph type="title"/>
          </p:nvPr>
        </p:nvSpPr>
        <p:spPr>
          <a:noFill/>
          <a:ln w="9525">
            <a:noFill/>
          </a:ln>
        </p:spPr>
        <p:txBody>
          <a:bodyPr vert="horz" wrap="square" lIns="91440" tIns="45720" rIns="91440" bIns="45720" rtlCol="0" anchor="ctr" anchorCtr="0">
            <a:normAutofit/>
          </a:bodyPr>
          <a:lstStyle/>
          <a:p>
            <a:pPr lvl="0" algn="l" eaLnBrk="1" hangingPunct="1">
              <a:buClrTx/>
              <a:buSzTx/>
              <a:buFontTx/>
            </a:pPr>
            <a:r>
              <a:rPr lang="zh-CN" altLang="en-US" dirty="0">
                <a:sym typeface="+mn-ea"/>
              </a:rPr>
              <a:t>1.4.2 文件服务器结构 </a:t>
            </a:r>
          </a:p>
        </p:txBody>
      </p:sp>
      <p:sp>
        <p:nvSpPr>
          <p:cNvPr id="24578" name="Rectangle 3"/>
          <p:cNvSpPr>
            <a:spLocks noGrp="1"/>
          </p:cNvSpPr>
          <p:nvPr>
            <p:ph idx="1"/>
          </p:nvPr>
        </p:nvSpPr>
        <p:spPr>
          <a:xfrm>
            <a:off x="228600" y="4581525"/>
            <a:ext cx="8664575" cy="1743075"/>
          </a:xfrm>
        </p:spPr>
        <p:txBody>
          <a:bodyPr vert="horz" wrap="square" lIns="91440" tIns="45720" rIns="91440" bIns="45720" anchor="t" anchorCtr="0"/>
          <a:lstStyle/>
          <a:p>
            <a:pPr marL="0" indent="0" eaLnBrk="1" hangingPunct="1">
              <a:spcBef>
                <a:spcPts val="1200"/>
              </a:spcBef>
              <a:buNone/>
            </a:pPr>
            <a:r>
              <a:rPr lang="zh-CN" altLang="en-US" sz="2800" dirty="0" smtClean="0">
                <a:solidFill>
                  <a:srgbClr val="009900"/>
                </a:solidFill>
                <a:cs typeface="等线" panose="02010600030101010101" charset="-122"/>
              </a:rPr>
              <a:t>优点</a:t>
            </a:r>
            <a:r>
              <a:rPr lang="en-US" altLang="zh-CN" sz="2800" dirty="0" smtClean="0">
                <a:solidFill>
                  <a:srgbClr val="009900"/>
                </a:solidFill>
                <a:cs typeface="等线" panose="02010600030101010101" charset="-122"/>
              </a:rPr>
              <a:t>: </a:t>
            </a:r>
            <a:r>
              <a:rPr lang="zh-CN" altLang="en-US" sz="2800" dirty="0" smtClean="0">
                <a:solidFill>
                  <a:srgbClr val="009900"/>
                </a:solidFill>
                <a:cs typeface="等线" panose="02010600030101010101" charset="-122"/>
              </a:rPr>
              <a:t>在于</a:t>
            </a:r>
            <a:r>
              <a:rPr lang="zh-CN" altLang="en-US" sz="2800" dirty="0">
                <a:solidFill>
                  <a:srgbClr val="009900"/>
                </a:solidFill>
                <a:cs typeface="等线" panose="02010600030101010101" charset="-122"/>
              </a:rPr>
              <a:t>实现的费用比较低廉，而且配置非常灵活</a:t>
            </a:r>
            <a:r>
              <a:rPr lang="zh-CN" altLang="en-US" sz="2800" dirty="0" smtClean="0">
                <a:solidFill>
                  <a:srgbClr val="009900"/>
                </a:solidFill>
                <a:cs typeface="等线" panose="02010600030101010101" charset="-122"/>
              </a:rPr>
              <a:t>。</a:t>
            </a:r>
            <a:endParaRPr lang="en-US" altLang="zh-CN" sz="2800" dirty="0" smtClean="0">
              <a:solidFill>
                <a:srgbClr val="009900"/>
              </a:solidFill>
              <a:cs typeface="等线" panose="02010600030101010101" charset="-122"/>
            </a:endParaRPr>
          </a:p>
          <a:p>
            <a:pPr marL="0" indent="0" eaLnBrk="1" hangingPunct="1">
              <a:spcBef>
                <a:spcPts val="1200"/>
              </a:spcBef>
              <a:buNone/>
            </a:pPr>
            <a:r>
              <a:rPr lang="zh-CN" altLang="en-US" sz="2800" dirty="0" smtClean="0">
                <a:solidFill>
                  <a:srgbClr val="009900"/>
                </a:solidFill>
                <a:cs typeface="等线" panose="02010600030101010101" charset="-122"/>
              </a:rPr>
              <a:t>缺点</a:t>
            </a:r>
            <a:r>
              <a:rPr lang="en-US" altLang="zh-CN" sz="2800" dirty="0" smtClean="0">
                <a:solidFill>
                  <a:srgbClr val="009900"/>
                </a:solidFill>
                <a:cs typeface="等线" panose="02010600030101010101" charset="-122"/>
              </a:rPr>
              <a:t>: </a:t>
            </a:r>
            <a:r>
              <a:rPr lang="zh-CN" altLang="en-US" sz="2800" dirty="0" smtClean="0">
                <a:solidFill>
                  <a:srgbClr val="009900"/>
                </a:solidFill>
                <a:cs typeface="等线" panose="02010600030101010101" charset="-122"/>
              </a:rPr>
              <a:t>由于</a:t>
            </a:r>
            <a:r>
              <a:rPr lang="zh-CN" altLang="en-US" sz="2800" dirty="0">
                <a:solidFill>
                  <a:srgbClr val="009900"/>
                </a:solidFill>
                <a:cs typeface="等线" panose="02010600030101010101" charset="-122"/>
              </a:rPr>
              <a:t>所有的应用处理都要在客户端完成</a:t>
            </a:r>
            <a:r>
              <a:rPr lang="zh-CN" altLang="en-US" sz="2800" dirty="0" smtClean="0">
                <a:solidFill>
                  <a:srgbClr val="009900"/>
                </a:solidFill>
                <a:cs typeface="等线" panose="02010600030101010101" charset="-122"/>
              </a:rPr>
              <a:t>，</a:t>
            </a:r>
            <a:endParaRPr lang="en-US" altLang="zh-CN" sz="2800" dirty="0" smtClean="0">
              <a:solidFill>
                <a:srgbClr val="009900"/>
              </a:solidFill>
              <a:cs typeface="等线" panose="02010600030101010101" charset="-122"/>
            </a:endParaRPr>
          </a:p>
          <a:p>
            <a:pPr marL="0" indent="0" eaLnBrk="1" hangingPunct="1">
              <a:spcBef>
                <a:spcPts val="0"/>
              </a:spcBef>
              <a:buNone/>
            </a:pPr>
            <a:r>
              <a:rPr lang="en-US" altLang="zh-CN" sz="2800" dirty="0">
                <a:solidFill>
                  <a:srgbClr val="009900"/>
                </a:solidFill>
                <a:cs typeface="等线" panose="02010600030101010101" charset="-122"/>
              </a:rPr>
              <a:t> </a:t>
            </a:r>
            <a:r>
              <a:rPr lang="en-US" altLang="zh-CN" sz="2800" dirty="0" smtClean="0">
                <a:solidFill>
                  <a:srgbClr val="009900"/>
                </a:solidFill>
                <a:cs typeface="等线" panose="02010600030101010101" charset="-122"/>
              </a:rPr>
              <a:t>          </a:t>
            </a:r>
            <a:r>
              <a:rPr lang="zh-CN" altLang="en-US" sz="2800" dirty="0" smtClean="0">
                <a:solidFill>
                  <a:srgbClr val="009900"/>
                </a:solidFill>
                <a:cs typeface="等线" panose="02010600030101010101" charset="-122"/>
              </a:rPr>
              <a:t>因此</a:t>
            </a:r>
            <a:r>
              <a:rPr lang="zh-CN" altLang="en-US" sz="2800" dirty="0">
                <a:solidFill>
                  <a:srgbClr val="009900"/>
                </a:solidFill>
                <a:cs typeface="等线" panose="02010600030101010101" charset="-122"/>
              </a:rPr>
              <a:t>客户端的个人计算机必须要有足够的能力。 </a:t>
            </a:r>
          </a:p>
        </p:txBody>
      </p:sp>
      <p:grpSp>
        <p:nvGrpSpPr>
          <p:cNvPr id="24579" name="Group 4"/>
          <p:cNvGrpSpPr/>
          <p:nvPr/>
        </p:nvGrpSpPr>
        <p:grpSpPr>
          <a:xfrm>
            <a:off x="179388" y="1357313"/>
            <a:ext cx="8569325" cy="2865437"/>
            <a:chOff x="1980" y="5513"/>
            <a:chExt cx="7635" cy="3099"/>
          </a:xfrm>
        </p:grpSpPr>
        <p:sp>
          <p:nvSpPr>
            <p:cNvPr id="24580" name="AutoShape 5"/>
            <p:cNvSpPr/>
            <p:nvPr/>
          </p:nvSpPr>
          <p:spPr>
            <a:xfrm>
              <a:off x="8355" y="5964"/>
              <a:ext cx="1260" cy="402"/>
            </a:xfrm>
            <a:prstGeom prst="flowChartPredefinedProcess">
              <a:avLst/>
            </a:prstGeom>
            <a:solidFill>
              <a:srgbClr val="FFFFFF"/>
            </a:solidFill>
            <a:ln w="9525" cap="flat" cmpd="sng">
              <a:solidFill>
                <a:srgbClr val="000000"/>
              </a:solidFill>
              <a:prstDash val="solid"/>
              <a:miter/>
              <a:headEnd type="none" w="med" len="med"/>
              <a:tailEnd type="none" w="med" len="med"/>
            </a:ln>
          </p:spPr>
          <p:txBody>
            <a:bodyPr lIns="0" tIns="0" rIns="0" bIns="0" anchor="t" anchorCtr="0"/>
            <a:lstStyle/>
            <a:p>
              <a:pPr lvl="0" algn="ctr" latinLnBrk="1"/>
              <a:r>
                <a:rPr lang="zh-CN" altLang="en-US" b="1">
                  <a:solidFill>
                    <a:srgbClr val="D60093"/>
                  </a:solidFill>
                  <a:latin typeface="Times New Roman" panose="02020603050405020304" pitchFamily="18" charset="0"/>
                  <a:ea typeface="宋体" panose="02010600030101010101" pitchFamily="2" charset="-122"/>
                </a:rPr>
                <a:t>应用程序</a:t>
              </a:r>
              <a:endParaRPr lang="zh-CN" altLang="en-US" b="1" dirty="0">
                <a:solidFill>
                  <a:srgbClr val="D60093"/>
                </a:solidFill>
                <a:latin typeface="Gulim" panose="020B0600000101010101" pitchFamily="34" charset="-127"/>
              </a:endParaRPr>
            </a:p>
          </p:txBody>
        </p:sp>
        <p:sp>
          <p:nvSpPr>
            <p:cNvPr id="24581" name="AutoShape 6"/>
            <p:cNvSpPr/>
            <p:nvPr/>
          </p:nvSpPr>
          <p:spPr>
            <a:xfrm>
              <a:off x="1980" y="7212"/>
              <a:ext cx="975" cy="714"/>
            </a:xfrm>
            <a:prstGeom prst="can">
              <a:avLst>
                <a:gd name="adj" fmla="val 35574"/>
              </a:avLst>
            </a:prstGeom>
            <a:solidFill>
              <a:srgbClr val="FFFFFF"/>
            </a:solidFill>
            <a:ln w="9525" cap="flat" cmpd="sng">
              <a:solidFill>
                <a:srgbClr val="000000"/>
              </a:solidFill>
              <a:prstDash val="solid"/>
              <a:round/>
              <a:headEnd type="none" w="med" len="med"/>
              <a:tailEnd type="none" w="med" len="med"/>
            </a:ln>
          </p:spPr>
          <p:txBody>
            <a:bodyPr anchor="t" anchorCtr="0"/>
            <a:lstStyle/>
            <a:p>
              <a:pPr lvl="0" algn="ctr" latinLnBrk="1"/>
              <a:r>
                <a:rPr lang="zh-CN" altLang="en-US" b="1">
                  <a:solidFill>
                    <a:srgbClr val="0070C0"/>
                  </a:solidFill>
                  <a:latin typeface="Times New Roman" panose="02020603050405020304" pitchFamily="18" charset="0"/>
                  <a:ea typeface="宋体" panose="02010600030101010101" pitchFamily="2" charset="-122"/>
                </a:rPr>
                <a:t>数据库</a:t>
              </a:r>
              <a:endParaRPr lang="zh-CN" altLang="en-US" b="1" dirty="0">
                <a:solidFill>
                  <a:srgbClr val="0070C0"/>
                </a:solidFill>
                <a:latin typeface="Gulim" panose="020B0600000101010101" pitchFamily="34" charset="-127"/>
              </a:endParaRPr>
            </a:p>
          </p:txBody>
        </p:sp>
        <p:sp>
          <p:nvSpPr>
            <p:cNvPr id="24582" name="Text Box 7"/>
            <p:cNvSpPr txBox="1"/>
            <p:nvPr/>
          </p:nvSpPr>
          <p:spPr>
            <a:xfrm>
              <a:off x="3135" y="5513"/>
              <a:ext cx="1620" cy="451"/>
            </a:xfrm>
            <a:prstGeom prst="rect">
              <a:avLst/>
            </a:prstGeom>
            <a:noFill/>
            <a:ln w="9525">
              <a:noFill/>
            </a:ln>
          </p:spPr>
          <p:txBody>
            <a:bodyPr anchor="t" anchorCtr="0"/>
            <a:lstStyle/>
            <a:p>
              <a:pPr algn="just" latinLnBrk="1"/>
              <a:r>
                <a:rPr lang="zh-CN" altLang="en-US" b="1" dirty="0">
                  <a:solidFill>
                    <a:srgbClr val="FF0000"/>
                  </a:solidFill>
                  <a:latin typeface="Times New Roman" panose="02020603050405020304" pitchFamily="18" charset="0"/>
                  <a:ea typeface="宋体" panose="02010600030101010101" pitchFamily="2" charset="-122"/>
                </a:rPr>
                <a:t>网络文件服务器</a:t>
              </a:r>
              <a:endParaRPr lang="zh-CN" altLang="en-US" b="1" dirty="0">
                <a:solidFill>
                  <a:srgbClr val="FF0000"/>
                </a:solidFill>
                <a:latin typeface="Gulim" panose="020B0600000101010101" pitchFamily="34" charset="-127"/>
                <a:ea typeface="Gulim" panose="020B0600000101010101" pitchFamily="34" charset="-127"/>
              </a:endParaRPr>
            </a:p>
          </p:txBody>
        </p:sp>
        <p:sp>
          <p:nvSpPr>
            <p:cNvPr id="24583" name="Line 8"/>
            <p:cNvSpPr/>
            <p:nvPr/>
          </p:nvSpPr>
          <p:spPr>
            <a:xfrm flipH="1">
              <a:off x="4395" y="6588"/>
              <a:ext cx="2340" cy="312"/>
            </a:xfrm>
            <a:prstGeom prst="line">
              <a:avLst/>
            </a:prstGeom>
            <a:ln w="19050" cap="flat" cmpd="sng">
              <a:solidFill>
                <a:srgbClr val="000000"/>
              </a:solidFill>
              <a:prstDash val="solid"/>
              <a:round/>
              <a:headEnd type="none" w="med" len="med"/>
              <a:tailEnd type="none" w="med" len="med"/>
            </a:ln>
          </p:spPr>
          <p:txBody>
            <a:bodyPr/>
            <a:lstStyle/>
            <a:p>
              <a:endParaRPr lang="zh-CN" altLang="en-US"/>
            </a:p>
          </p:txBody>
        </p:sp>
        <p:sp>
          <p:nvSpPr>
            <p:cNvPr id="24584" name="Line 9"/>
            <p:cNvSpPr/>
            <p:nvPr/>
          </p:nvSpPr>
          <p:spPr>
            <a:xfrm>
              <a:off x="4395" y="7524"/>
              <a:ext cx="2340" cy="780"/>
            </a:xfrm>
            <a:prstGeom prst="line">
              <a:avLst/>
            </a:prstGeom>
            <a:ln w="19050" cap="flat" cmpd="sng">
              <a:solidFill>
                <a:srgbClr val="000000"/>
              </a:solidFill>
              <a:prstDash val="solid"/>
              <a:round/>
              <a:headEnd type="none" w="med" len="med"/>
              <a:tailEnd type="none" w="med" len="med"/>
            </a:ln>
          </p:spPr>
          <p:txBody>
            <a:bodyPr/>
            <a:lstStyle/>
            <a:p>
              <a:endParaRPr lang="zh-CN" altLang="en-US"/>
            </a:p>
          </p:txBody>
        </p:sp>
        <p:sp>
          <p:nvSpPr>
            <p:cNvPr id="24585" name="Line 10"/>
            <p:cNvSpPr/>
            <p:nvPr/>
          </p:nvSpPr>
          <p:spPr>
            <a:xfrm>
              <a:off x="4395" y="7212"/>
              <a:ext cx="2340" cy="156"/>
            </a:xfrm>
            <a:prstGeom prst="line">
              <a:avLst/>
            </a:prstGeom>
            <a:ln w="19050" cap="flat" cmpd="sng">
              <a:solidFill>
                <a:srgbClr val="000000"/>
              </a:solidFill>
              <a:prstDash val="solid"/>
              <a:round/>
              <a:headEnd type="none" w="med" len="med"/>
              <a:tailEnd type="none" w="med" len="med"/>
            </a:ln>
          </p:spPr>
          <p:txBody>
            <a:bodyPr/>
            <a:lstStyle/>
            <a:p>
              <a:endParaRPr lang="zh-CN" altLang="en-US"/>
            </a:p>
          </p:txBody>
        </p:sp>
        <p:sp>
          <p:nvSpPr>
            <p:cNvPr id="24586" name="Text Box 11"/>
            <p:cNvSpPr txBox="1"/>
            <p:nvPr/>
          </p:nvSpPr>
          <p:spPr>
            <a:xfrm>
              <a:off x="5815" y="6736"/>
              <a:ext cx="920" cy="320"/>
            </a:xfrm>
            <a:prstGeom prst="rect">
              <a:avLst/>
            </a:prstGeom>
            <a:noFill/>
            <a:ln w="9525">
              <a:noFill/>
            </a:ln>
          </p:spPr>
          <p:txBody>
            <a:bodyPr lIns="0" tIns="0" rIns="0" bIns="0" anchor="t" anchorCtr="0"/>
            <a:lstStyle/>
            <a:p>
              <a:pPr algn="just" latinLnBrk="1"/>
              <a:r>
                <a:rPr lang="zh-CN" altLang="en-US" sz="1600" b="1" dirty="0">
                  <a:latin typeface="Times New Roman" panose="02020603050405020304" pitchFamily="18" charset="0"/>
                  <a:ea typeface="宋体" panose="02010600030101010101" pitchFamily="2" charset="-122"/>
                </a:rPr>
                <a:t>文件</a:t>
              </a:r>
              <a:endParaRPr lang="zh-CN" altLang="en-US" sz="1600" b="1" dirty="0">
                <a:latin typeface="Gulim" panose="020B0600000101010101" pitchFamily="34" charset="-127"/>
                <a:ea typeface="Gulim" panose="020B0600000101010101" pitchFamily="34" charset="-127"/>
              </a:endParaRPr>
            </a:p>
          </p:txBody>
        </p:sp>
        <p:sp>
          <p:nvSpPr>
            <p:cNvPr id="24587" name="Text Box 12"/>
            <p:cNvSpPr txBox="1"/>
            <p:nvPr/>
          </p:nvSpPr>
          <p:spPr>
            <a:xfrm>
              <a:off x="5737" y="6352"/>
              <a:ext cx="920" cy="320"/>
            </a:xfrm>
            <a:prstGeom prst="rect">
              <a:avLst/>
            </a:prstGeom>
            <a:noFill/>
            <a:ln w="9525">
              <a:noFill/>
            </a:ln>
          </p:spPr>
          <p:txBody>
            <a:bodyPr lIns="0" tIns="0" rIns="0" bIns="0" anchor="t" anchorCtr="0"/>
            <a:lstStyle/>
            <a:p>
              <a:pPr algn="just" latinLnBrk="1"/>
              <a:r>
                <a:rPr lang="zh-CN" altLang="en-US" sz="1600" b="1" dirty="0">
                  <a:latin typeface="Times New Roman" panose="02020603050405020304" pitchFamily="18" charset="0"/>
                  <a:ea typeface="宋体" panose="02010600030101010101" pitchFamily="2" charset="-122"/>
                </a:rPr>
                <a:t>文件请求</a:t>
              </a:r>
              <a:endParaRPr lang="zh-CN" altLang="en-US" sz="1600" b="1" dirty="0">
                <a:latin typeface="Gulim" panose="020B0600000101010101" pitchFamily="34" charset="-127"/>
                <a:ea typeface="Gulim" panose="020B0600000101010101" pitchFamily="34" charset="-127"/>
              </a:endParaRPr>
            </a:p>
          </p:txBody>
        </p:sp>
        <p:sp>
          <p:nvSpPr>
            <p:cNvPr id="24588" name="Line 13"/>
            <p:cNvSpPr/>
            <p:nvPr/>
          </p:nvSpPr>
          <p:spPr>
            <a:xfrm flipH="1">
              <a:off x="4575" y="6588"/>
              <a:ext cx="1080" cy="156"/>
            </a:xfrm>
            <a:prstGeom prst="line">
              <a:avLst/>
            </a:prstGeom>
            <a:ln w="9525" cap="flat" cmpd="sng">
              <a:solidFill>
                <a:srgbClr val="000000"/>
              </a:solidFill>
              <a:prstDash val="solid"/>
              <a:round/>
              <a:headEnd type="none" w="med" len="med"/>
              <a:tailEnd type="triangle" w="sm" len="sm"/>
            </a:ln>
          </p:spPr>
          <p:txBody>
            <a:bodyPr/>
            <a:lstStyle/>
            <a:p>
              <a:endParaRPr lang="zh-CN" altLang="en-US"/>
            </a:p>
          </p:txBody>
        </p:sp>
        <p:sp>
          <p:nvSpPr>
            <p:cNvPr id="24589" name="Line 14"/>
            <p:cNvSpPr/>
            <p:nvPr/>
          </p:nvSpPr>
          <p:spPr>
            <a:xfrm flipV="1">
              <a:off x="4575" y="6900"/>
              <a:ext cx="1080" cy="156"/>
            </a:xfrm>
            <a:prstGeom prst="line">
              <a:avLst/>
            </a:prstGeom>
            <a:ln w="9525" cap="flat" cmpd="sng">
              <a:solidFill>
                <a:srgbClr val="000000"/>
              </a:solidFill>
              <a:prstDash val="solid"/>
              <a:round/>
              <a:headEnd type="none" w="med" len="med"/>
              <a:tailEnd type="triangle" w="sm" len="sm"/>
            </a:ln>
          </p:spPr>
          <p:txBody>
            <a:bodyPr/>
            <a:lstStyle/>
            <a:p>
              <a:endParaRPr lang="zh-CN" altLang="en-US"/>
            </a:p>
          </p:txBody>
        </p:sp>
        <p:sp>
          <p:nvSpPr>
            <p:cNvPr id="24590" name="Text Box 15"/>
            <p:cNvSpPr txBox="1"/>
            <p:nvPr/>
          </p:nvSpPr>
          <p:spPr>
            <a:xfrm>
              <a:off x="7455" y="6120"/>
              <a:ext cx="920" cy="320"/>
            </a:xfrm>
            <a:prstGeom prst="rect">
              <a:avLst/>
            </a:prstGeom>
            <a:noFill/>
            <a:ln w="9525">
              <a:noFill/>
            </a:ln>
          </p:spPr>
          <p:txBody>
            <a:bodyPr lIns="0" tIns="0" rIns="0" bIns="0" anchor="t" anchorCtr="0"/>
            <a:lstStyle/>
            <a:p>
              <a:pPr algn="ctr" latinLnBrk="1"/>
              <a:r>
                <a:rPr lang="zh-CN" altLang="en-US" b="1" dirty="0">
                  <a:solidFill>
                    <a:srgbClr val="7030A0"/>
                  </a:solidFill>
                  <a:latin typeface="Times New Roman" panose="02020603050405020304" pitchFamily="18" charset="0"/>
                  <a:ea typeface="宋体" panose="02010600030101010101" pitchFamily="2" charset="-122"/>
                </a:rPr>
                <a:t>工作站</a:t>
              </a:r>
              <a:r>
                <a:rPr lang="en-US" altLang="zh-CN" b="1" dirty="0">
                  <a:solidFill>
                    <a:srgbClr val="7030A0"/>
                  </a:solidFill>
                  <a:latin typeface="Times New Roman" panose="02020603050405020304" pitchFamily="18" charset="0"/>
                  <a:ea typeface="宋体" panose="02010600030101010101" pitchFamily="2" charset="-122"/>
                </a:rPr>
                <a:t>1</a:t>
              </a:r>
              <a:endParaRPr lang="en-US" altLang="zh-CN" b="1" dirty="0">
                <a:solidFill>
                  <a:srgbClr val="7030A0"/>
                </a:solidFill>
                <a:latin typeface="Gulim" panose="020B0600000101010101" pitchFamily="34" charset="-127"/>
                <a:ea typeface="Gulim" panose="020B0600000101010101" pitchFamily="34" charset="-127"/>
              </a:endParaRPr>
            </a:p>
          </p:txBody>
        </p:sp>
        <p:sp>
          <p:nvSpPr>
            <p:cNvPr id="24591" name="Text Box 16"/>
            <p:cNvSpPr txBox="1"/>
            <p:nvPr/>
          </p:nvSpPr>
          <p:spPr>
            <a:xfrm>
              <a:off x="7455" y="7992"/>
              <a:ext cx="920" cy="320"/>
            </a:xfrm>
            <a:prstGeom prst="rect">
              <a:avLst/>
            </a:prstGeom>
            <a:noFill/>
            <a:ln w="9525">
              <a:noFill/>
            </a:ln>
          </p:spPr>
          <p:txBody>
            <a:bodyPr lIns="0" tIns="0" rIns="0" bIns="0" anchor="t" anchorCtr="0"/>
            <a:lstStyle/>
            <a:p>
              <a:pPr algn="ctr" latinLnBrk="1"/>
              <a:r>
                <a:rPr lang="zh-CN" altLang="en-US" b="1" dirty="0">
                  <a:solidFill>
                    <a:srgbClr val="7030A0"/>
                  </a:solidFill>
                  <a:latin typeface="Times New Roman" panose="02020603050405020304" pitchFamily="18" charset="0"/>
                  <a:ea typeface="宋体" panose="02010600030101010101" pitchFamily="2" charset="-122"/>
                </a:rPr>
                <a:t>工作站</a:t>
              </a:r>
              <a:r>
                <a:rPr lang="en-US" altLang="zh-CN" b="1" dirty="0">
                  <a:solidFill>
                    <a:srgbClr val="7030A0"/>
                  </a:solidFill>
                  <a:latin typeface="Times New Roman" panose="02020603050405020304" pitchFamily="18" charset="0"/>
                  <a:ea typeface="宋体" panose="02010600030101010101" pitchFamily="2" charset="-122"/>
                </a:rPr>
                <a:t>n</a:t>
              </a:r>
              <a:endParaRPr lang="en-US" altLang="zh-CN" b="1" dirty="0">
                <a:solidFill>
                  <a:srgbClr val="7030A0"/>
                </a:solidFill>
                <a:latin typeface="Gulim" panose="020B0600000101010101" pitchFamily="34" charset="-127"/>
                <a:ea typeface="Gulim" panose="020B0600000101010101" pitchFamily="34" charset="-127"/>
              </a:endParaRPr>
            </a:p>
          </p:txBody>
        </p:sp>
        <p:sp>
          <p:nvSpPr>
            <p:cNvPr id="24592" name="Text Box 17"/>
            <p:cNvSpPr txBox="1"/>
            <p:nvPr/>
          </p:nvSpPr>
          <p:spPr>
            <a:xfrm>
              <a:off x="7455" y="7056"/>
              <a:ext cx="920" cy="320"/>
            </a:xfrm>
            <a:prstGeom prst="rect">
              <a:avLst/>
            </a:prstGeom>
            <a:noFill/>
            <a:ln w="9525">
              <a:noFill/>
            </a:ln>
          </p:spPr>
          <p:txBody>
            <a:bodyPr lIns="0" tIns="0" rIns="0" bIns="0" anchor="t" anchorCtr="0"/>
            <a:lstStyle/>
            <a:p>
              <a:pPr algn="ctr" latinLnBrk="1"/>
              <a:r>
                <a:rPr lang="zh-CN" altLang="en-US" b="1" dirty="0">
                  <a:solidFill>
                    <a:srgbClr val="7030A0"/>
                  </a:solidFill>
                  <a:latin typeface="Times New Roman" panose="02020603050405020304" pitchFamily="18" charset="0"/>
                  <a:ea typeface="宋体" panose="02010600030101010101" pitchFamily="2" charset="-122"/>
                </a:rPr>
                <a:t>工作站</a:t>
              </a:r>
              <a:r>
                <a:rPr lang="en-US" altLang="zh-CN" b="1" dirty="0">
                  <a:solidFill>
                    <a:srgbClr val="7030A0"/>
                  </a:solidFill>
                  <a:latin typeface="Times New Roman" panose="02020603050405020304" pitchFamily="18" charset="0"/>
                  <a:ea typeface="宋体" panose="02010600030101010101" pitchFamily="2" charset="-122"/>
                </a:rPr>
                <a:t>2</a:t>
              </a:r>
              <a:endParaRPr lang="en-US" altLang="zh-CN" b="1" dirty="0">
                <a:solidFill>
                  <a:srgbClr val="7030A0"/>
                </a:solidFill>
                <a:latin typeface="Gulim" panose="020B0600000101010101" pitchFamily="34" charset="-127"/>
                <a:ea typeface="Gulim" panose="020B0600000101010101" pitchFamily="34" charset="-127"/>
              </a:endParaRPr>
            </a:p>
          </p:txBody>
        </p:sp>
        <p:sp>
          <p:nvSpPr>
            <p:cNvPr id="24593" name="Text Box 18"/>
            <p:cNvSpPr txBox="1"/>
            <p:nvPr/>
          </p:nvSpPr>
          <p:spPr>
            <a:xfrm>
              <a:off x="6735" y="5590"/>
              <a:ext cx="920" cy="320"/>
            </a:xfrm>
            <a:prstGeom prst="rect">
              <a:avLst/>
            </a:prstGeom>
            <a:noFill/>
            <a:ln w="9525">
              <a:noFill/>
            </a:ln>
          </p:spPr>
          <p:txBody>
            <a:bodyPr lIns="0" tIns="0" rIns="0" bIns="0" anchor="t" anchorCtr="0"/>
            <a:lstStyle/>
            <a:p>
              <a:pPr algn="ctr" latinLnBrk="1"/>
              <a:r>
                <a:rPr lang="zh-CN" altLang="en-US" b="1" dirty="0">
                  <a:solidFill>
                    <a:srgbClr val="FF0000"/>
                  </a:solidFill>
                  <a:latin typeface="Times New Roman" panose="02020603050405020304" pitchFamily="18" charset="0"/>
                  <a:ea typeface="宋体" panose="02010600030101010101" pitchFamily="2" charset="-122"/>
                </a:rPr>
                <a:t>客户端</a:t>
              </a:r>
              <a:endParaRPr lang="zh-CN" altLang="en-US" b="1" dirty="0">
                <a:solidFill>
                  <a:srgbClr val="FF0000"/>
                </a:solidFill>
                <a:latin typeface="Gulim" panose="020B0600000101010101" pitchFamily="34" charset="-127"/>
                <a:ea typeface="Gulim" panose="020B0600000101010101" pitchFamily="34" charset="-127"/>
              </a:endParaRPr>
            </a:p>
          </p:txBody>
        </p:sp>
        <p:pic>
          <p:nvPicPr>
            <p:cNvPr id="24594" name="Picture 19" descr="tu"/>
            <p:cNvPicPr>
              <a:picLocks noChangeAspect="1"/>
            </p:cNvPicPr>
            <p:nvPr/>
          </p:nvPicPr>
          <p:blipFill>
            <a:blip r:embed="rId2"/>
            <a:stretch>
              <a:fillRect/>
            </a:stretch>
          </p:blipFill>
          <p:spPr>
            <a:xfrm>
              <a:off x="6735" y="5964"/>
              <a:ext cx="793" cy="776"/>
            </a:xfrm>
            <a:prstGeom prst="rect">
              <a:avLst/>
            </a:prstGeom>
            <a:noFill/>
            <a:ln w="9525">
              <a:noFill/>
            </a:ln>
          </p:spPr>
        </p:pic>
        <p:pic>
          <p:nvPicPr>
            <p:cNvPr id="24595" name="Picture 20" descr="tu"/>
            <p:cNvPicPr>
              <a:picLocks noChangeAspect="1"/>
            </p:cNvPicPr>
            <p:nvPr/>
          </p:nvPicPr>
          <p:blipFill>
            <a:blip r:embed="rId2"/>
            <a:stretch>
              <a:fillRect/>
            </a:stretch>
          </p:blipFill>
          <p:spPr>
            <a:xfrm>
              <a:off x="6735" y="7836"/>
              <a:ext cx="793" cy="776"/>
            </a:xfrm>
            <a:prstGeom prst="rect">
              <a:avLst/>
            </a:prstGeom>
            <a:noFill/>
            <a:ln w="9525">
              <a:noFill/>
            </a:ln>
          </p:spPr>
        </p:pic>
        <p:pic>
          <p:nvPicPr>
            <p:cNvPr id="24596" name="Picture 21" descr="tu"/>
            <p:cNvPicPr>
              <a:picLocks noChangeAspect="1"/>
            </p:cNvPicPr>
            <p:nvPr/>
          </p:nvPicPr>
          <p:blipFill>
            <a:blip r:embed="rId2"/>
            <a:stretch>
              <a:fillRect/>
            </a:stretch>
          </p:blipFill>
          <p:spPr>
            <a:xfrm>
              <a:off x="6735" y="6900"/>
              <a:ext cx="793" cy="776"/>
            </a:xfrm>
            <a:prstGeom prst="rect">
              <a:avLst/>
            </a:prstGeom>
            <a:noFill/>
            <a:ln w="9525">
              <a:noFill/>
            </a:ln>
          </p:spPr>
        </p:pic>
        <p:grpSp>
          <p:nvGrpSpPr>
            <p:cNvPr id="24597" name="Group 22"/>
            <p:cNvGrpSpPr/>
            <p:nvPr/>
          </p:nvGrpSpPr>
          <p:grpSpPr>
            <a:xfrm>
              <a:off x="3135" y="5964"/>
              <a:ext cx="1260" cy="2392"/>
              <a:chOff x="2378" y="694"/>
              <a:chExt cx="802" cy="1252"/>
            </a:xfrm>
          </p:grpSpPr>
          <p:grpSp>
            <p:nvGrpSpPr>
              <p:cNvPr id="24598" name="Group 23"/>
              <p:cNvGrpSpPr/>
              <p:nvPr/>
            </p:nvGrpSpPr>
            <p:grpSpPr>
              <a:xfrm>
                <a:off x="2734" y="771"/>
                <a:ext cx="446" cy="1175"/>
                <a:chOff x="2734" y="771"/>
                <a:chExt cx="446" cy="1175"/>
              </a:xfrm>
            </p:grpSpPr>
            <p:sp>
              <p:nvSpPr>
                <p:cNvPr id="24599" name="Freeform 24"/>
                <p:cNvSpPr/>
                <p:nvPr/>
              </p:nvSpPr>
              <p:spPr>
                <a:xfrm>
                  <a:off x="2734" y="771"/>
                  <a:ext cx="446" cy="1175"/>
                </a:xfrm>
                <a:custGeom>
                  <a:avLst/>
                  <a:gdLst/>
                  <a:ahLst/>
                  <a:cxnLst>
                    <a:cxn ang="0">
                      <a:pos x="0" y="196"/>
                    </a:cxn>
                    <a:cxn ang="0">
                      <a:pos x="0" y="1175"/>
                    </a:cxn>
                    <a:cxn ang="0">
                      <a:pos x="446" y="897"/>
                    </a:cxn>
                    <a:cxn ang="0">
                      <a:pos x="446" y="0"/>
                    </a:cxn>
                    <a:cxn ang="0">
                      <a:pos x="0" y="196"/>
                    </a:cxn>
                  </a:cxnLst>
                  <a:rect l="0" t="0" r="0" b="0"/>
                  <a:pathLst>
                    <a:path w="446" h="1175">
                      <a:moveTo>
                        <a:pt x="0" y="196"/>
                      </a:moveTo>
                      <a:lnTo>
                        <a:pt x="0" y="1175"/>
                      </a:lnTo>
                      <a:lnTo>
                        <a:pt x="446" y="897"/>
                      </a:lnTo>
                      <a:lnTo>
                        <a:pt x="446" y="0"/>
                      </a:lnTo>
                      <a:lnTo>
                        <a:pt x="0" y="196"/>
                      </a:lnTo>
                      <a:close/>
                    </a:path>
                  </a:pathLst>
                </a:custGeom>
                <a:solidFill>
                  <a:srgbClr val="CECECE"/>
                </a:solidFill>
                <a:ln w="9525">
                  <a:noFill/>
                </a:ln>
              </p:spPr>
              <p:txBody>
                <a:bodyPr/>
                <a:lstStyle/>
                <a:p>
                  <a:endParaRPr lang="zh-CN" altLang="en-US"/>
                </a:p>
              </p:txBody>
            </p:sp>
            <p:sp>
              <p:nvSpPr>
                <p:cNvPr id="24600" name="Freeform 25"/>
                <p:cNvSpPr/>
                <p:nvPr/>
              </p:nvSpPr>
              <p:spPr>
                <a:xfrm>
                  <a:off x="2734" y="771"/>
                  <a:ext cx="446" cy="1175"/>
                </a:xfrm>
                <a:custGeom>
                  <a:avLst/>
                  <a:gdLst/>
                  <a:ahLst/>
                  <a:cxnLst>
                    <a:cxn ang="0">
                      <a:pos x="0" y="196"/>
                    </a:cxn>
                    <a:cxn ang="0">
                      <a:pos x="0" y="1175"/>
                    </a:cxn>
                    <a:cxn ang="0">
                      <a:pos x="446" y="897"/>
                    </a:cxn>
                    <a:cxn ang="0">
                      <a:pos x="446" y="0"/>
                    </a:cxn>
                    <a:cxn ang="0">
                      <a:pos x="0" y="196"/>
                    </a:cxn>
                  </a:cxnLst>
                  <a:rect l="0" t="0" r="0" b="0"/>
                  <a:pathLst>
                    <a:path w="446" h="1175">
                      <a:moveTo>
                        <a:pt x="0" y="196"/>
                      </a:moveTo>
                      <a:lnTo>
                        <a:pt x="0" y="1175"/>
                      </a:lnTo>
                      <a:lnTo>
                        <a:pt x="446" y="897"/>
                      </a:lnTo>
                      <a:lnTo>
                        <a:pt x="446" y="0"/>
                      </a:lnTo>
                      <a:lnTo>
                        <a:pt x="0" y="196"/>
                      </a:lnTo>
                    </a:path>
                  </a:pathLst>
                </a:custGeom>
                <a:noFill/>
                <a:ln w="12700" cap="flat" cmpd="sng">
                  <a:solidFill>
                    <a:srgbClr val="000000"/>
                  </a:solidFill>
                  <a:prstDash val="solid"/>
                  <a:round/>
                  <a:headEnd type="none" w="med" len="med"/>
                  <a:tailEnd type="none" w="med" len="med"/>
                </a:ln>
              </p:spPr>
              <p:txBody>
                <a:bodyPr/>
                <a:lstStyle/>
                <a:p>
                  <a:endParaRPr lang="zh-CN" altLang="en-US"/>
                </a:p>
              </p:txBody>
            </p:sp>
          </p:grpSp>
          <p:grpSp>
            <p:nvGrpSpPr>
              <p:cNvPr id="24601" name="Group 26"/>
              <p:cNvGrpSpPr/>
              <p:nvPr/>
            </p:nvGrpSpPr>
            <p:grpSpPr>
              <a:xfrm>
                <a:off x="2383" y="884"/>
                <a:ext cx="351" cy="1062"/>
                <a:chOff x="2383" y="884"/>
                <a:chExt cx="351" cy="1062"/>
              </a:xfrm>
            </p:grpSpPr>
            <p:sp>
              <p:nvSpPr>
                <p:cNvPr id="24602" name="Freeform 27"/>
                <p:cNvSpPr/>
                <p:nvPr/>
              </p:nvSpPr>
              <p:spPr>
                <a:xfrm>
                  <a:off x="2383" y="884"/>
                  <a:ext cx="351" cy="1062"/>
                </a:xfrm>
                <a:custGeom>
                  <a:avLst/>
                  <a:gdLst/>
                  <a:ahLst/>
                  <a:cxnLst>
                    <a:cxn ang="0">
                      <a:pos x="351" y="84"/>
                    </a:cxn>
                    <a:cxn ang="0">
                      <a:pos x="351" y="1062"/>
                    </a:cxn>
                    <a:cxn ang="0">
                      <a:pos x="1" y="964"/>
                    </a:cxn>
                    <a:cxn ang="0">
                      <a:pos x="0" y="0"/>
                    </a:cxn>
                    <a:cxn ang="0">
                      <a:pos x="351" y="84"/>
                    </a:cxn>
                  </a:cxnLst>
                  <a:rect l="0" t="0" r="0" b="0"/>
                  <a:pathLst>
                    <a:path w="351" h="1062">
                      <a:moveTo>
                        <a:pt x="351" y="84"/>
                      </a:moveTo>
                      <a:lnTo>
                        <a:pt x="351" y="1062"/>
                      </a:lnTo>
                      <a:lnTo>
                        <a:pt x="1" y="964"/>
                      </a:lnTo>
                      <a:lnTo>
                        <a:pt x="0" y="0"/>
                      </a:lnTo>
                      <a:lnTo>
                        <a:pt x="351" y="84"/>
                      </a:lnTo>
                      <a:close/>
                    </a:path>
                  </a:pathLst>
                </a:custGeom>
                <a:solidFill>
                  <a:srgbClr val="FFFFFF"/>
                </a:solidFill>
                <a:ln w="9525">
                  <a:noFill/>
                </a:ln>
              </p:spPr>
              <p:txBody>
                <a:bodyPr/>
                <a:lstStyle/>
                <a:p>
                  <a:endParaRPr lang="zh-CN" altLang="en-US"/>
                </a:p>
              </p:txBody>
            </p:sp>
            <p:sp>
              <p:nvSpPr>
                <p:cNvPr id="24603" name="Freeform 28"/>
                <p:cNvSpPr/>
                <p:nvPr/>
              </p:nvSpPr>
              <p:spPr>
                <a:xfrm>
                  <a:off x="2383" y="884"/>
                  <a:ext cx="351" cy="1062"/>
                </a:xfrm>
                <a:custGeom>
                  <a:avLst/>
                  <a:gdLst/>
                  <a:ahLst/>
                  <a:cxnLst>
                    <a:cxn ang="0">
                      <a:pos x="351" y="84"/>
                    </a:cxn>
                    <a:cxn ang="0">
                      <a:pos x="351" y="1062"/>
                    </a:cxn>
                    <a:cxn ang="0">
                      <a:pos x="1" y="964"/>
                    </a:cxn>
                    <a:cxn ang="0">
                      <a:pos x="0" y="0"/>
                    </a:cxn>
                    <a:cxn ang="0">
                      <a:pos x="351" y="84"/>
                    </a:cxn>
                  </a:cxnLst>
                  <a:rect l="0" t="0" r="0" b="0"/>
                  <a:pathLst>
                    <a:path w="351" h="1062">
                      <a:moveTo>
                        <a:pt x="351" y="84"/>
                      </a:moveTo>
                      <a:lnTo>
                        <a:pt x="351" y="1062"/>
                      </a:lnTo>
                      <a:lnTo>
                        <a:pt x="1" y="964"/>
                      </a:lnTo>
                      <a:lnTo>
                        <a:pt x="0" y="0"/>
                      </a:lnTo>
                      <a:lnTo>
                        <a:pt x="351" y="84"/>
                      </a:lnTo>
                    </a:path>
                  </a:pathLst>
                </a:custGeom>
                <a:noFill/>
                <a:ln w="12700" cap="flat" cmpd="sng">
                  <a:solidFill>
                    <a:srgbClr val="000000"/>
                  </a:solidFill>
                  <a:prstDash val="solid"/>
                  <a:round/>
                  <a:headEnd type="none" w="med" len="med"/>
                  <a:tailEnd type="none" w="med" len="med"/>
                </a:ln>
              </p:spPr>
              <p:txBody>
                <a:bodyPr/>
                <a:lstStyle/>
                <a:p>
                  <a:endParaRPr lang="zh-CN" altLang="en-US"/>
                </a:p>
              </p:txBody>
            </p:sp>
          </p:grpSp>
          <p:grpSp>
            <p:nvGrpSpPr>
              <p:cNvPr id="24604" name="Group 29"/>
              <p:cNvGrpSpPr/>
              <p:nvPr/>
            </p:nvGrpSpPr>
            <p:grpSpPr>
              <a:xfrm>
                <a:off x="2425" y="950"/>
                <a:ext cx="253" cy="942"/>
                <a:chOff x="2425" y="950"/>
                <a:chExt cx="253" cy="942"/>
              </a:xfrm>
            </p:grpSpPr>
            <p:sp>
              <p:nvSpPr>
                <p:cNvPr id="24605" name="Freeform 30"/>
                <p:cNvSpPr/>
                <p:nvPr/>
              </p:nvSpPr>
              <p:spPr>
                <a:xfrm>
                  <a:off x="2425" y="950"/>
                  <a:ext cx="253" cy="942"/>
                </a:xfrm>
                <a:custGeom>
                  <a:avLst/>
                  <a:gdLst/>
                  <a:ahLst/>
                  <a:cxnLst>
                    <a:cxn ang="0">
                      <a:pos x="0" y="9"/>
                    </a:cxn>
                    <a:cxn ang="0">
                      <a:pos x="0" y="871"/>
                    </a:cxn>
                    <a:cxn ang="0">
                      <a:pos x="253" y="942"/>
                    </a:cxn>
                    <a:cxn ang="0">
                      <a:pos x="252" y="64"/>
                    </a:cxn>
                    <a:cxn ang="0">
                      <a:pos x="0" y="0"/>
                    </a:cxn>
                    <a:cxn ang="0">
                      <a:pos x="0" y="9"/>
                    </a:cxn>
                  </a:cxnLst>
                  <a:rect l="0" t="0" r="0" b="0"/>
                  <a:pathLst>
                    <a:path w="253" h="942">
                      <a:moveTo>
                        <a:pt x="0" y="9"/>
                      </a:moveTo>
                      <a:lnTo>
                        <a:pt x="0" y="871"/>
                      </a:lnTo>
                      <a:lnTo>
                        <a:pt x="253" y="942"/>
                      </a:lnTo>
                      <a:lnTo>
                        <a:pt x="252" y="64"/>
                      </a:lnTo>
                      <a:lnTo>
                        <a:pt x="0" y="0"/>
                      </a:lnTo>
                      <a:lnTo>
                        <a:pt x="0" y="9"/>
                      </a:lnTo>
                      <a:close/>
                    </a:path>
                  </a:pathLst>
                </a:custGeom>
                <a:solidFill>
                  <a:srgbClr val="DADADA"/>
                </a:solidFill>
                <a:ln w="9525">
                  <a:noFill/>
                </a:ln>
              </p:spPr>
              <p:txBody>
                <a:bodyPr/>
                <a:lstStyle/>
                <a:p>
                  <a:endParaRPr lang="zh-CN" altLang="en-US"/>
                </a:p>
              </p:txBody>
            </p:sp>
            <p:sp>
              <p:nvSpPr>
                <p:cNvPr id="24606" name="Freeform 31"/>
                <p:cNvSpPr/>
                <p:nvPr/>
              </p:nvSpPr>
              <p:spPr>
                <a:xfrm>
                  <a:off x="2425" y="950"/>
                  <a:ext cx="253" cy="942"/>
                </a:xfrm>
                <a:custGeom>
                  <a:avLst/>
                  <a:gdLst/>
                  <a:ahLst/>
                  <a:cxnLst>
                    <a:cxn ang="0">
                      <a:pos x="0" y="9"/>
                    </a:cxn>
                    <a:cxn ang="0">
                      <a:pos x="0" y="871"/>
                    </a:cxn>
                    <a:cxn ang="0">
                      <a:pos x="253" y="942"/>
                    </a:cxn>
                    <a:cxn ang="0">
                      <a:pos x="252" y="64"/>
                    </a:cxn>
                    <a:cxn ang="0">
                      <a:pos x="0" y="0"/>
                    </a:cxn>
                  </a:cxnLst>
                  <a:rect l="0" t="0" r="0" b="0"/>
                  <a:pathLst>
                    <a:path w="253" h="942">
                      <a:moveTo>
                        <a:pt x="0" y="9"/>
                      </a:moveTo>
                      <a:lnTo>
                        <a:pt x="0" y="871"/>
                      </a:lnTo>
                      <a:lnTo>
                        <a:pt x="253" y="942"/>
                      </a:lnTo>
                      <a:lnTo>
                        <a:pt x="252" y="64"/>
                      </a:lnTo>
                      <a:lnTo>
                        <a:pt x="0" y="0"/>
                      </a:lnTo>
                    </a:path>
                  </a:pathLst>
                </a:custGeom>
                <a:noFill/>
                <a:ln w="12700" cap="flat" cmpd="sng">
                  <a:solidFill>
                    <a:srgbClr val="000000"/>
                  </a:solidFill>
                  <a:prstDash val="solid"/>
                  <a:round/>
                  <a:headEnd type="none" w="med" len="med"/>
                  <a:tailEnd type="none" w="med" len="med"/>
                </a:ln>
              </p:spPr>
              <p:txBody>
                <a:bodyPr/>
                <a:lstStyle/>
                <a:p>
                  <a:endParaRPr lang="zh-CN" altLang="en-US"/>
                </a:p>
              </p:txBody>
            </p:sp>
          </p:grpSp>
          <p:sp>
            <p:nvSpPr>
              <p:cNvPr id="24607" name="Line 32"/>
              <p:cNvSpPr/>
              <p:nvPr/>
            </p:nvSpPr>
            <p:spPr>
              <a:xfrm>
                <a:off x="2429" y="1779"/>
                <a:ext cx="243" cy="60"/>
              </a:xfrm>
              <a:prstGeom prst="line">
                <a:avLst/>
              </a:prstGeom>
              <a:ln w="12700" cap="flat" cmpd="sng">
                <a:solidFill>
                  <a:srgbClr val="000000"/>
                </a:solidFill>
                <a:prstDash val="solid"/>
                <a:round/>
                <a:headEnd type="none" w="med" len="med"/>
                <a:tailEnd type="none" w="med" len="med"/>
              </a:ln>
            </p:spPr>
            <p:txBody>
              <a:bodyPr/>
              <a:lstStyle/>
              <a:p>
                <a:endParaRPr lang="zh-CN" altLang="en-US"/>
              </a:p>
            </p:txBody>
          </p:sp>
          <p:grpSp>
            <p:nvGrpSpPr>
              <p:cNvPr id="24608" name="Group 33"/>
              <p:cNvGrpSpPr/>
              <p:nvPr/>
            </p:nvGrpSpPr>
            <p:grpSpPr>
              <a:xfrm>
                <a:off x="2425" y="1075"/>
                <a:ext cx="253" cy="354"/>
                <a:chOff x="2425" y="1075"/>
                <a:chExt cx="253" cy="354"/>
              </a:xfrm>
            </p:grpSpPr>
            <p:sp>
              <p:nvSpPr>
                <p:cNvPr id="24609" name="Freeform 34"/>
                <p:cNvSpPr/>
                <p:nvPr/>
              </p:nvSpPr>
              <p:spPr>
                <a:xfrm>
                  <a:off x="2425" y="1075"/>
                  <a:ext cx="253" cy="354"/>
                </a:xfrm>
                <a:custGeom>
                  <a:avLst/>
                  <a:gdLst/>
                  <a:ahLst/>
                  <a:cxnLst>
                    <a:cxn ang="0">
                      <a:pos x="1" y="0"/>
                    </a:cxn>
                    <a:cxn ang="0">
                      <a:pos x="253" y="62"/>
                    </a:cxn>
                    <a:cxn ang="0">
                      <a:pos x="253" y="354"/>
                    </a:cxn>
                    <a:cxn ang="0">
                      <a:pos x="0" y="287"/>
                    </a:cxn>
                    <a:cxn ang="0">
                      <a:pos x="1" y="0"/>
                    </a:cxn>
                  </a:cxnLst>
                  <a:rect l="0" t="0" r="0" b="0"/>
                  <a:pathLst>
                    <a:path w="253" h="354">
                      <a:moveTo>
                        <a:pt x="1" y="0"/>
                      </a:moveTo>
                      <a:lnTo>
                        <a:pt x="253" y="62"/>
                      </a:lnTo>
                      <a:lnTo>
                        <a:pt x="253" y="354"/>
                      </a:lnTo>
                      <a:lnTo>
                        <a:pt x="0" y="287"/>
                      </a:lnTo>
                      <a:lnTo>
                        <a:pt x="1" y="0"/>
                      </a:lnTo>
                      <a:close/>
                    </a:path>
                  </a:pathLst>
                </a:custGeom>
                <a:solidFill>
                  <a:srgbClr val="FFFFFF"/>
                </a:solidFill>
                <a:ln w="9525">
                  <a:noFill/>
                </a:ln>
              </p:spPr>
              <p:txBody>
                <a:bodyPr/>
                <a:lstStyle/>
                <a:p>
                  <a:endParaRPr lang="zh-CN" altLang="en-US"/>
                </a:p>
              </p:txBody>
            </p:sp>
            <p:sp>
              <p:nvSpPr>
                <p:cNvPr id="24610" name="Freeform 35"/>
                <p:cNvSpPr/>
                <p:nvPr/>
              </p:nvSpPr>
              <p:spPr>
                <a:xfrm>
                  <a:off x="2425" y="1075"/>
                  <a:ext cx="253" cy="354"/>
                </a:xfrm>
                <a:custGeom>
                  <a:avLst/>
                  <a:gdLst/>
                  <a:ahLst/>
                  <a:cxnLst>
                    <a:cxn ang="0">
                      <a:pos x="1" y="0"/>
                    </a:cxn>
                    <a:cxn ang="0">
                      <a:pos x="253" y="62"/>
                    </a:cxn>
                    <a:cxn ang="0">
                      <a:pos x="253" y="354"/>
                    </a:cxn>
                    <a:cxn ang="0">
                      <a:pos x="0" y="287"/>
                    </a:cxn>
                    <a:cxn ang="0">
                      <a:pos x="1" y="0"/>
                    </a:cxn>
                  </a:cxnLst>
                  <a:rect l="0" t="0" r="0" b="0"/>
                  <a:pathLst>
                    <a:path w="253" h="354">
                      <a:moveTo>
                        <a:pt x="1" y="0"/>
                      </a:moveTo>
                      <a:lnTo>
                        <a:pt x="253" y="62"/>
                      </a:lnTo>
                      <a:lnTo>
                        <a:pt x="253" y="354"/>
                      </a:lnTo>
                      <a:lnTo>
                        <a:pt x="0" y="287"/>
                      </a:lnTo>
                      <a:lnTo>
                        <a:pt x="1" y="0"/>
                      </a:lnTo>
                    </a:path>
                  </a:pathLst>
                </a:custGeom>
                <a:noFill/>
                <a:ln w="12700" cap="flat" cmpd="sng">
                  <a:solidFill>
                    <a:srgbClr val="000000"/>
                  </a:solidFill>
                  <a:prstDash val="solid"/>
                  <a:round/>
                  <a:headEnd type="none" w="med" len="med"/>
                  <a:tailEnd type="none" w="med" len="med"/>
                </a:ln>
              </p:spPr>
              <p:txBody>
                <a:bodyPr/>
                <a:lstStyle/>
                <a:p>
                  <a:endParaRPr lang="zh-CN" altLang="en-US"/>
                </a:p>
              </p:txBody>
            </p:sp>
          </p:grpSp>
          <p:sp>
            <p:nvSpPr>
              <p:cNvPr id="24611" name="Line 36"/>
              <p:cNvSpPr/>
              <p:nvPr/>
            </p:nvSpPr>
            <p:spPr>
              <a:xfrm>
                <a:off x="2432" y="1177"/>
                <a:ext cx="242" cy="50"/>
              </a:xfrm>
              <a:prstGeom prst="line">
                <a:avLst/>
              </a:prstGeom>
              <a:ln w="12700" cap="flat" cmpd="sng">
                <a:solidFill>
                  <a:srgbClr val="000000"/>
                </a:solidFill>
                <a:prstDash val="solid"/>
                <a:round/>
                <a:headEnd type="none" w="med" len="med"/>
                <a:tailEnd type="none" w="med" len="med"/>
              </a:ln>
            </p:spPr>
            <p:txBody>
              <a:bodyPr/>
              <a:lstStyle/>
              <a:p>
                <a:endParaRPr lang="zh-CN" altLang="en-US"/>
              </a:p>
            </p:txBody>
          </p:sp>
          <p:sp>
            <p:nvSpPr>
              <p:cNvPr id="24612" name="Line 37"/>
              <p:cNvSpPr/>
              <p:nvPr/>
            </p:nvSpPr>
            <p:spPr>
              <a:xfrm>
                <a:off x="2432" y="1275"/>
                <a:ext cx="242" cy="60"/>
              </a:xfrm>
              <a:prstGeom prst="line">
                <a:avLst/>
              </a:prstGeom>
              <a:ln w="12700" cap="flat" cmpd="sng">
                <a:solidFill>
                  <a:srgbClr val="000000"/>
                </a:solidFill>
                <a:prstDash val="solid"/>
                <a:round/>
                <a:headEnd type="none" w="med" len="med"/>
                <a:tailEnd type="none" w="med" len="med"/>
              </a:ln>
            </p:spPr>
            <p:txBody>
              <a:bodyPr/>
              <a:lstStyle/>
              <a:p>
                <a:endParaRPr lang="zh-CN" altLang="en-US"/>
              </a:p>
            </p:txBody>
          </p:sp>
          <p:sp>
            <p:nvSpPr>
              <p:cNvPr id="24613" name="Line 38"/>
              <p:cNvSpPr/>
              <p:nvPr/>
            </p:nvSpPr>
            <p:spPr>
              <a:xfrm>
                <a:off x="2463" y="1134"/>
                <a:ext cx="175" cy="35"/>
              </a:xfrm>
              <a:prstGeom prst="line">
                <a:avLst/>
              </a:prstGeom>
              <a:ln w="12700" cap="flat" cmpd="sng">
                <a:solidFill>
                  <a:srgbClr val="919191"/>
                </a:solidFill>
                <a:prstDash val="solid"/>
                <a:round/>
                <a:headEnd type="none" w="med" len="med"/>
                <a:tailEnd type="none" w="med" len="med"/>
              </a:ln>
            </p:spPr>
            <p:txBody>
              <a:bodyPr/>
              <a:lstStyle/>
              <a:p>
                <a:endParaRPr lang="zh-CN" altLang="en-US"/>
              </a:p>
            </p:txBody>
          </p:sp>
          <p:sp>
            <p:nvSpPr>
              <p:cNvPr id="24614" name="Oval 39"/>
              <p:cNvSpPr/>
              <p:nvPr/>
            </p:nvSpPr>
            <p:spPr>
              <a:xfrm>
                <a:off x="2453" y="996"/>
                <a:ext cx="40" cy="22"/>
              </a:xfrm>
              <a:prstGeom prst="ellipse">
                <a:avLst/>
              </a:prstGeom>
              <a:solidFill>
                <a:srgbClr val="DC0081"/>
              </a:solidFill>
              <a:ln w="9525">
                <a:noFill/>
              </a:ln>
            </p:spPr>
            <p:txBody>
              <a:bodyPr anchor="t" anchorCtr="0"/>
              <a:lstStyle/>
              <a:p>
                <a:pPr algn="r"/>
                <a:endParaRPr lang="zh-CN" altLang="en-US" dirty="0">
                  <a:latin typeface="Arial" panose="020B0604020202020204" pitchFamily="34" charset="0"/>
                  <a:ea typeface="Gulim" panose="020B0600000101010101" pitchFamily="34" charset="-127"/>
                </a:endParaRPr>
              </a:p>
            </p:txBody>
          </p:sp>
          <p:sp>
            <p:nvSpPr>
              <p:cNvPr id="24615" name="Freeform 40"/>
              <p:cNvSpPr/>
              <p:nvPr/>
            </p:nvSpPr>
            <p:spPr>
              <a:xfrm>
                <a:off x="2501" y="1130"/>
                <a:ext cx="93" cy="47"/>
              </a:xfrm>
              <a:custGeom>
                <a:avLst/>
                <a:gdLst/>
                <a:ahLst/>
                <a:cxnLst>
                  <a:cxn ang="0">
                    <a:pos x="0" y="0"/>
                  </a:cxn>
                  <a:cxn ang="0">
                    <a:pos x="0" y="28"/>
                  </a:cxn>
                  <a:cxn ang="0">
                    <a:pos x="93" y="47"/>
                  </a:cxn>
                  <a:cxn ang="0">
                    <a:pos x="93" y="19"/>
                  </a:cxn>
                  <a:cxn ang="0">
                    <a:pos x="0" y="0"/>
                  </a:cxn>
                </a:cxnLst>
                <a:rect l="0" t="0" r="0" b="0"/>
                <a:pathLst>
                  <a:path w="93" h="47">
                    <a:moveTo>
                      <a:pt x="0" y="0"/>
                    </a:moveTo>
                    <a:lnTo>
                      <a:pt x="0" y="28"/>
                    </a:lnTo>
                    <a:lnTo>
                      <a:pt x="93" y="47"/>
                    </a:lnTo>
                    <a:lnTo>
                      <a:pt x="93" y="19"/>
                    </a:lnTo>
                    <a:lnTo>
                      <a:pt x="0" y="0"/>
                    </a:lnTo>
                    <a:close/>
                  </a:path>
                </a:pathLst>
              </a:custGeom>
              <a:solidFill>
                <a:srgbClr val="A9A9A9"/>
              </a:solidFill>
              <a:ln w="9525">
                <a:noFill/>
              </a:ln>
            </p:spPr>
            <p:txBody>
              <a:bodyPr/>
              <a:lstStyle/>
              <a:p>
                <a:endParaRPr lang="zh-CN" altLang="en-US"/>
              </a:p>
            </p:txBody>
          </p:sp>
          <p:sp>
            <p:nvSpPr>
              <p:cNvPr id="24616" name="Line 41"/>
              <p:cNvSpPr/>
              <p:nvPr/>
            </p:nvSpPr>
            <p:spPr>
              <a:xfrm>
                <a:off x="2429" y="1732"/>
                <a:ext cx="243" cy="58"/>
              </a:xfrm>
              <a:prstGeom prst="line">
                <a:avLst/>
              </a:prstGeom>
              <a:ln w="12700" cap="flat" cmpd="sng">
                <a:solidFill>
                  <a:srgbClr val="000000"/>
                </a:solidFill>
                <a:prstDash val="solid"/>
                <a:round/>
                <a:headEnd type="none" w="med" len="med"/>
                <a:tailEnd type="none" w="med" len="med"/>
              </a:ln>
            </p:spPr>
            <p:txBody>
              <a:bodyPr/>
              <a:lstStyle/>
              <a:p>
                <a:endParaRPr lang="zh-CN" altLang="en-US"/>
              </a:p>
            </p:txBody>
          </p:sp>
          <p:sp>
            <p:nvSpPr>
              <p:cNvPr id="24617" name="Line 42"/>
              <p:cNvSpPr/>
              <p:nvPr/>
            </p:nvSpPr>
            <p:spPr>
              <a:xfrm>
                <a:off x="2429" y="1682"/>
                <a:ext cx="243" cy="61"/>
              </a:xfrm>
              <a:prstGeom prst="line">
                <a:avLst/>
              </a:prstGeom>
              <a:ln w="12700" cap="flat" cmpd="sng">
                <a:solidFill>
                  <a:srgbClr val="000000"/>
                </a:solidFill>
                <a:prstDash val="solid"/>
                <a:round/>
                <a:headEnd type="none" w="med" len="med"/>
                <a:tailEnd type="none" w="med" len="med"/>
              </a:ln>
            </p:spPr>
            <p:txBody>
              <a:bodyPr/>
              <a:lstStyle/>
              <a:p>
                <a:endParaRPr lang="zh-CN" altLang="en-US"/>
              </a:p>
            </p:txBody>
          </p:sp>
          <p:grpSp>
            <p:nvGrpSpPr>
              <p:cNvPr id="24618" name="Group 43"/>
              <p:cNvGrpSpPr/>
              <p:nvPr/>
            </p:nvGrpSpPr>
            <p:grpSpPr>
              <a:xfrm>
                <a:off x="2378" y="694"/>
                <a:ext cx="801" cy="277"/>
                <a:chOff x="2378" y="694"/>
                <a:chExt cx="801" cy="277"/>
              </a:xfrm>
            </p:grpSpPr>
            <p:sp>
              <p:nvSpPr>
                <p:cNvPr id="24619" name="Freeform 44"/>
                <p:cNvSpPr/>
                <p:nvPr/>
              </p:nvSpPr>
              <p:spPr>
                <a:xfrm>
                  <a:off x="2378" y="694"/>
                  <a:ext cx="801" cy="277"/>
                </a:xfrm>
                <a:custGeom>
                  <a:avLst/>
                  <a:gdLst/>
                  <a:ahLst/>
                  <a:cxnLst>
                    <a:cxn ang="0">
                      <a:pos x="0" y="190"/>
                    </a:cxn>
                    <a:cxn ang="0">
                      <a:pos x="358" y="277"/>
                    </a:cxn>
                    <a:cxn ang="0">
                      <a:pos x="801" y="78"/>
                    </a:cxn>
                    <a:cxn ang="0">
                      <a:pos x="452" y="0"/>
                    </a:cxn>
                    <a:cxn ang="0">
                      <a:pos x="0" y="190"/>
                    </a:cxn>
                  </a:cxnLst>
                  <a:rect l="0" t="0" r="0" b="0"/>
                  <a:pathLst>
                    <a:path w="801" h="277">
                      <a:moveTo>
                        <a:pt x="0" y="190"/>
                      </a:moveTo>
                      <a:lnTo>
                        <a:pt x="358" y="277"/>
                      </a:lnTo>
                      <a:lnTo>
                        <a:pt x="801" y="78"/>
                      </a:lnTo>
                      <a:lnTo>
                        <a:pt x="452" y="0"/>
                      </a:lnTo>
                      <a:lnTo>
                        <a:pt x="0" y="190"/>
                      </a:lnTo>
                      <a:close/>
                    </a:path>
                  </a:pathLst>
                </a:custGeom>
                <a:solidFill>
                  <a:srgbClr val="FFFFFF"/>
                </a:solidFill>
                <a:ln w="9525">
                  <a:noFill/>
                </a:ln>
              </p:spPr>
              <p:txBody>
                <a:bodyPr/>
                <a:lstStyle/>
                <a:p>
                  <a:endParaRPr lang="zh-CN" altLang="en-US"/>
                </a:p>
              </p:txBody>
            </p:sp>
            <p:sp>
              <p:nvSpPr>
                <p:cNvPr id="24620" name="Freeform 45"/>
                <p:cNvSpPr/>
                <p:nvPr/>
              </p:nvSpPr>
              <p:spPr>
                <a:xfrm>
                  <a:off x="2378" y="694"/>
                  <a:ext cx="801" cy="277"/>
                </a:xfrm>
                <a:custGeom>
                  <a:avLst/>
                  <a:gdLst/>
                  <a:ahLst/>
                  <a:cxnLst>
                    <a:cxn ang="0">
                      <a:pos x="0" y="190"/>
                    </a:cxn>
                    <a:cxn ang="0">
                      <a:pos x="358" y="277"/>
                    </a:cxn>
                    <a:cxn ang="0">
                      <a:pos x="801" y="78"/>
                    </a:cxn>
                    <a:cxn ang="0">
                      <a:pos x="452" y="0"/>
                    </a:cxn>
                    <a:cxn ang="0">
                      <a:pos x="0" y="190"/>
                    </a:cxn>
                  </a:cxnLst>
                  <a:rect l="0" t="0" r="0" b="0"/>
                  <a:pathLst>
                    <a:path w="801" h="277">
                      <a:moveTo>
                        <a:pt x="0" y="190"/>
                      </a:moveTo>
                      <a:lnTo>
                        <a:pt x="358" y="277"/>
                      </a:lnTo>
                      <a:lnTo>
                        <a:pt x="801" y="78"/>
                      </a:lnTo>
                      <a:lnTo>
                        <a:pt x="452" y="0"/>
                      </a:lnTo>
                      <a:lnTo>
                        <a:pt x="0" y="190"/>
                      </a:lnTo>
                    </a:path>
                  </a:pathLst>
                </a:custGeom>
                <a:noFill/>
                <a:ln w="12700" cap="flat" cmpd="sng">
                  <a:solidFill>
                    <a:srgbClr val="000000"/>
                  </a:solidFill>
                  <a:prstDash val="solid"/>
                  <a:round/>
                  <a:headEnd type="none" w="med" len="med"/>
                  <a:tailEnd type="none" w="med" len="med"/>
                </a:ln>
              </p:spPr>
              <p:txBody>
                <a:bodyPr/>
                <a:lstStyle/>
                <a:p>
                  <a:endParaRPr lang="zh-CN" altLang="en-US"/>
                </a:p>
              </p:txBody>
            </p:sp>
          </p:grpSp>
          <p:sp>
            <p:nvSpPr>
              <p:cNvPr id="24621" name="Freeform 46"/>
              <p:cNvSpPr/>
              <p:nvPr/>
            </p:nvSpPr>
            <p:spPr>
              <a:xfrm>
                <a:off x="2609" y="1286"/>
                <a:ext cx="23" cy="22"/>
              </a:xfrm>
              <a:custGeom>
                <a:avLst/>
                <a:gdLst/>
                <a:ahLst/>
                <a:cxnLst>
                  <a:cxn ang="0">
                    <a:pos x="7" y="0"/>
                  </a:cxn>
                  <a:cxn ang="0">
                    <a:pos x="0" y="14"/>
                  </a:cxn>
                  <a:cxn ang="0">
                    <a:pos x="16" y="22"/>
                  </a:cxn>
                  <a:cxn ang="0">
                    <a:pos x="23" y="8"/>
                  </a:cxn>
                  <a:cxn ang="0">
                    <a:pos x="7" y="0"/>
                  </a:cxn>
                </a:cxnLst>
                <a:rect l="0" t="0" r="0" b="0"/>
                <a:pathLst>
                  <a:path w="23" h="22">
                    <a:moveTo>
                      <a:pt x="7" y="0"/>
                    </a:moveTo>
                    <a:lnTo>
                      <a:pt x="0" y="14"/>
                    </a:lnTo>
                    <a:lnTo>
                      <a:pt x="16" y="22"/>
                    </a:lnTo>
                    <a:lnTo>
                      <a:pt x="23" y="8"/>
                    </a:lnTo>
                    <a:lnTo>
                      <a:pt x="7" y="0"/>
                    </a:lnTo>
                    <a:close/>
                  </a:path>
                </a:pathLst>
              </a:custGeom>
              <a:solidFill>
                <a:srgbClr val="919191"/>
              </a:solidFill>
              <a:ln w="9525">
                <a:noFill/>
              </a:ln>
            </p:spPr>
            <p:txBody>
              <a:bodyPr/>
              <a:lstStyle/>
              <a:p>
                <a:endParaRPr lang="zh-CN" altLang="en-US"/>
              </a:p>
            </p:txBody>
          </p:sp>
          <p:grpSp>
            <p:nvGrpSpPr>
              <p:cNvPr id="24622" name="Group 47"/>
              <p:cNvGrpSpPr/>
              <p:nvPr/>
            </p:nvGrpSpPr>
            <p:grpSpPr>
              <a:xfrm>
                <a:off x="2456" y="1201"/>
                <a:ext cx="197" cy="85"/>
                <a:chOff x="2456" y="1201"/>
                <a:chExt cx="197" cy="85"/>
              </a:xfrm>
            </p:grpSpPr>
            <p:sp>
              <p:nvSpPr>
                <p:cNvPr id="24623" name="Line 48"/>
                <p:cNvSpPr/>
                <p:nvPr/>
              </p:nvSpPr>
              <p:spPr>
                <a:xfrm>
                  <a:off x="2459" y="1204"/>
                  <a:ext cx="189" cy="43"/>
                </a:xfrm>
                <a:prstGeom prst="line">
                  <a:avLst/>
                </a:prstGeom>
                <a:ln w="12700" cap="flat" cmpd="sng">
                  <a:solidFill>
                    <a:srgbClr val="919191"/>
                  </a:solidFill>
                  <a:prstDash val="solid"/>
                  <a:round/>
                  <a:headEnd type="none" w="med" len="med"/>
                  <a:tailEnd type="none" w="med" len="med"/>
                </a:ln>
              </p:spPr>
              <p:txBody>
                <a:bodyPr/>
                <a:lstStyle/>
                <a:p>
                  <a:endParaRPr lang="zh-CN" altLang="en-US"/>
                </a:p>
              </p:txBody>
            </p:sp>
            <p:sp>
              <p:nvSpPr>
                <p:cNvPr id="24624" name="Line 49"/>
                <p:cNvSpPr/>
                <p:nvPr/>
              </p:nvSpPr>
              <p:spPr>
                <a:xfrm>
                  <a:off x="2460" y="1242"/>
                  <a:ext cx="188" cy="44"/>
                </a:xfrm>
                <a:prstGeom prst="line">
                  <a:avLst/>
                </a:prstGeom>
                <a:ln w="12700" cap="flat" cmpd="sng">
                  <a:solidFill>
                    <a:srgbClr val="919191"/>
                  </a:solidFill>
                  <a:prstDash val="solid"/>
                  <a:round/>
                  <a:headEnd type="none" w="med" len="med"/>
                  <a:tailEnd type="none" w="med" len="med"/>
                </a:ln>
              </p:spPr>
              <p:txBody>
                <a:bodyPr/>
                <a:lstStyle/>
                <a:p>
                  <a:endParaRPr lang="zh-CN" altLang="en-US"/>
                </a:p>
              </p:txBody>
            </p:sp>
            <p:sp>
              <p:nvSpPr>
                <p:cNvPr id="24625" name="Line 50"/>
                <p:cNvSpPr/>
                <p:nvPr/>
              </p:nvSpPr>
              <p:spPr>
                <a:xfrm>
                  <a:off x="2456" y="1201"/>
                  <a:ext cx="1" cy="34"/>
                </a:xfrm>
                <a:prstGeom prst="line">
                  <a:avLst/>
                </a:prstGeom>
                <a:ln w="12700" cap="flat" cmpd="sng">
                  <a:solidFill>
                    <a:srgbClr val="919191"/>
                  </a:solidFill>
                  <a:prstDash val="solid"/>
                  <a:round/>
                  <a:headEnd type="none" w="med" len="med"/>
                  <a:tailEnd type="none" w="med" len="med"/>
                </a:ln>
              </p:spPr>
              <p:txBody>
                <a:bodyPr/>
                <a:lstStyle/>
                <a:p>
                  <a:endParaRPr lang="zh-CN" altLang="en-US"/>
                </a:p>
              </p:txBody>
            </p:sp>
            <p:sp>
              <p:nvSpPr>
                <p:cNvPr id="24626" name="Line 51"/>
                <p:cNvSpPr/>
                <p:nvPr/>
              </p:nvSpPr>
              <p:spPr>
                <a:xfrm>
                  <a:off x="2652" y="1254"/>
                  <a:ext cx="1" cy="32"/>
                </a:xfrm>
                <a:prstGeom prst="line">
                  <a:avLst/>
                </a:prstGeom>
                <a:ln w="12700" cap="flat" cmpd="sng">
                  <a:solidFill>
                    <a:srgbClr val="919191"/>
                  </a:solidFill>
                  <a:prstDash val="solid"/>
                  <a:round/>
                  <a:headEnd type="none" w="med" len="med"/>
                  <a:tailEnd type="none" w="med" len="med"/>
                </a:ln>
              </p:spPr>
              <p:txBody>
                <a:bodyPr/>
                <a:lstStyle/>
                <a:p>
                  <a:endParaRPr lang="zh-CN" altLang="en-US"/>
                </a:p>
              </p:txBody>
            </p:sp>
          </p:grpSp>
        </p:grpSp>
        <p:sp>
          <p:nvSpPr>
            <p:cNvPr id="24627" name="AutoShape 52"/>
            <p:cNvSpPr/>
            <p:nvPr/>
          </p:nvSpPr>
          <p:spPr>
            <a:xfrm>
              <a:off x="8355" y="6900"/>
              <a:ext cx="1260" cy="402"/>
            </a:xfrm>
            <a:prstGeom prst="flowChartPredefinedProcess">
              <a:avLst/>
            </a:prstGeom>
            <a:solidFill>
              <a:srgbClr val="FFFFFF"/>
            </a:solidFill>
            <a:ln w="9525" cap="flat" cmpd="sng">
              <a:solidFill>
                <a:srgbClr val="000000"/>
              </a:solidFill>
              <a:prstDash val="solid"/>
              <a:miter/>
              <a:headEnd type="none" w="med" len="med"/>
              <a:tailEnd type="none" w="med" len="med"/>
            </a:ln>
          </p:spPr>
          <p:txBody>
            <a:bodyPr lIns="0" tIns="0" rIns="0" bIns="0" anchor="t" anchorCtr="0"/>
            <a:lstStyle/>
            <a:p>
              <a:pPr lvl="0" algn="ctr" latinLnBrk="1"/>
              <a:r>
                <a:rPr lang="zh-CN" altLang="en-US" b="1">
                  <a:solidFill>
                    <a:srgbClr val="D60093"/>
                  </a:solidFill>
                  <a:latin typeface="Times New Roman" panose="02020603050405020304" pitchFamily="18" charset="0"/>
                  <a:ea typeface="宋体" panose="02010600030101010101" pitchFamily="2" charset="-122"/>
                </a:rPr>
                <a:t>应用程序</a:t>
              </a:r>
              <a:endParaRPr lang="zh-CN" altLang="en-US" b="1" dirty="0">
                <a:solidFill>
                  <a:srgbClr val="D60093"/>
                </a:solidFill>
                <a:latin typeface="Gulim" panose="020B0600000101010101" pitchFamily="34" charset="-127"/>
              </a:endParaRPr>
            </a:p>
          </p:txBody>
        </p:sp>
        <p:sp>
          <p:nvSpPr>
            <p:cNvPr id="24628" name="AutoShape 53"/>
            <p:cNvSpPr/>
            <p:nvPr/>
          </p:nvSpPr>
          <p:spPr>
            <a:xfrm>
              <a:off x="8355" y="7902"/>
              <a:ext cx="1260" cy="402"/>
            </a:xfrm>
            <a:prstGeom prst="flowChartPredefinedProcess">
              <a:avLst/>
            </a:prstGeom>
            <a:solidFill>
              <a:srgbClr val="FFFFFF"/>
            </a:solidFill>
            <a:ln w="9525" cap="flat" cmpd="sng">
              <a:solidFill>
                <a:srgbClr val="000000"/>
              </a:solidFill>
              <a:prstDash val="solid"/>
              <a:miter/>
              <a:headEnd type="none" w="med" len="med"/>
              <a:tailEnd type="none" w="med" len="med"/>
            </a:ln>
          </p:spPr>
          <p:txBody>
            <a:bodyPr lIns="0" tIns="0" rIns="0" bIns="0" anchor="t" anchorCtr="0"/>
            <a:lstStyle/>
            <a:p>
              <a:pPr lvl="0" algn="ctr" latinLnBrk="1"/>
              <a:r>
                <a:rPr lang="zh-CN" altLang="en-US" b="1">
                  <a:solidFill>
                    <a:srgbClr val="D60093"/>
                  </a:solidFill>
                  <a:latin typeface="Times New Roman" panose="02020603050405020304" pitchFamily="18" charset="0"/>
                  <a:ea typeface="宋体" panose="02010600030101010101" pitchFamily="2" charset="-122"/>
                </a:rPr>
                <a:t>应用程序</a:t>
              </a:r>
              <a:endParaRPr lang="zh-CN" altLang="en-US" b="1" dirty="0">
                <a:solidFill>
                  <a:srgbClr val="D60093"/>
                </a:solidFill>
                <a:latin typeface="Gulim" panose="020B0600000101010101" pitchFamily="34" charset="-127"/>
              </a:endParaRPr>
            </a:p>
          </p:txBody>
        </p:sp>
      </p:gr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1" name="Rectangle 2"/>
          <p:cNvSpPr>
            <a:spLocks noGrp="1"/>
          </p:cNvSpPr>
          <p:nvPr>
            <p:ph type="title"/>
          </p:nvPr>
        </p:nvSpPr>
        <p:spPr>
          <a:noFill/>
          <a:ln w="9525">
            <a:noFill/>
          </a:ln>
        </p:spPr>
        <p:txBody>
          <a:bodyPr vert="horz" wrap="square" lIns="91440" tIns="45720" rIns="91440" bIns="45720" rtlCol="0" anchor="ctr" anchorCtr="0">
            <a:normAutofit/>
          </a:bodyPr>
          <a:lstStyle/>
          <a:p>
            <a:pPr lvl="0" algn="l" eaLnBrk="1" hangingPunct="1">
              <a:buClrTx/>
              <a:buSzTx/>
              <a:buFontTx/>
            </a:pPr>
            <a:r>
              <a:rPr lang="zh-CN" altLang="en-US" dirty="0">
                <a:sym typeface="+mn-ea"/>
              </a:rPr>
              <a:t>1.4.3 客户/服务器</a:t>
            </a:r>
            <a:r>
              <a:rPr lang="zh-CN" altLang="en-US" dirty="0" smtClean="0">
                <a:sym typeface="+mn-ea"/>
              </a:rPr>
              <a:t>结构（</a:t>
            </a:r>
            <a:r>
              <a:rPr lang="en-US" altLang="zh-CN" dirty="0" smtClean="0">
                <a:sym typeface="+mn-ea"/>
              </a:rPr>
              <a:t>C/S</a:t>
            </a:r>
            <a:r>
              <a:rPr lang="zh-CN" altLang="en-US" dirty="0" smtClean="0">
                <a:sym typeface="+mn-ea"/>
              </a:rPr>
              <a:t>） </a:t>
            </a:r>
            <a:endParaRPr lang="zh-CN" altLang="en-US" dirty="0">
              <a:sym typeface="+mn-ea"/>
            </a:endParaRPr>
          </a:p>
        </p:txBody>
      </p:sp>
      <p:sp>
        <p:nvSpPr>
          <p:cNvPr id="25602" name="Rectangle 3"/>
          <p:cNvSpPr>
            <a:spLocks noGrp="1"/>
          </p:cNvSpPr>
          <p:nvPr>
            <p:ph idx="1"/>
          </p:nvPr>
        </p:nvSpPr>
        <p:spPr>
          <a:xfrm>
            <a:off x="179512" y="4437112"/>
            <a:ext cx="8617682" cy="2088232"/>
          </a:xfrm>
        </p:spPr>
        <p:txBody>
          <a:bodyPr vert="horz" wrap="square" lIns="91440" tIns="45720" rIns="91440" bIns="45720" anchor="t" anchorCtr="0"/>
          <a:lstStyle/>
          <a:p>
            <a:pPr marL="0" indent="0" eaLnBrk="1" hangingPunct="1">
              <a:buNone/>
            </a:pPr>
            <a:r>
              <a:rPr lang="zh-CN" altLang="en-US" sz="2400" dirty="0">
                <a:solidFill>
                  <a:srgbClr val="009900"/>
                </a:solidFill>
                <a:cs typeface="等线" panose="02010600030101010101" charset="-122"/>
              </a:rPr>
              <a:t>优点：应用程序或应用逻辑可以根据需要划分</a:t>
            </a:r>
            <a:r>
              <a:rPr lang="zh-CN" altLang="en-US" sz="2400" dirty="0" smtClean="0">
                <a:solidFill>
                  <a:srgbClr val="009900"/>
                </a:solidFill>
                <a:cs typeface="等线" panose="02010600030101010101" charset="-122"/>
              </a:rPr>
              <a:t>在</a:t>
            </a:r>
            <a:endParaRPr lang="en-US" altLang="zh-CN" sz="2400" dirty="0" smtClean="0">
              <a:solidFill>
                <a:srgbClr val="009900"/>
              </a:solidFill>
              <a:cs typeface="等线" panose="02010600030101010101" charset="-122"/>
            </a:endParaRPr>
          </a:p>
          <a:p>
            <a:pPr marL="0" indent="0" eaLnBrk="1" hangingPunct="1">
              <a:spcBef>
                <a:spcPts val="0"/>
              </a:spcBef>
              <a:buNone/>
            </a:pPr>
            <a:r>
              <a:rPr lang="en-US" altLang="zh-CN" sz="2400" dirty="0">
                <a:solidFill>
                  <a:srgbClr val="009900"/>
                </a:solidFill>
                <a:cs typeface="等线" panose="02010600030101010101" charset="-122"/>
              </a:rPr>
              <a:t> </a:t>
            </a:r>
            <a:r>
              <a:rPr lang="en-US" altLang="zh-CN" sz="2400" dirty="0" smtClean="0">
                <a:solidFill>
                  <a:srgbClr val="009900"/>
                </a:solidFill>
                <a:cs typeface="等线" panose="02010600030101010101" charset="-122"/>
              </a:rPr>
              <a:t>           </a:t>
            </a:r>
            <a:r>
              <a:rPr lang="zh-CN" altLang="en-US" sz="2400" dirty="0" smtClean="0">
                <a:solidFill>
                  <a:srgbClr val="009900"/>
                </a:solidFill>
                <a:cs typeface="等线" panose="02010600030101010101" charset="-122"/>
              </a:rPr>
              <a:t>服务器</a:t>
            </a:r>
            <a:r>
              <a:rPr lang="zh-CN" altLang="en-US" sz="2400" dirty="0">
                <a:solidFill>
                  <a:srgbClr val="009900"/>
                </a:solidFill>
                <a:cs typeface="等线" panose="02010600030101010101" charset="-122"/>
              </a:rPr>
              <a:t>和客户工作站</a:t>
            </a:r>
            <a:r>
              <a:rPr lang="zh-CN" altLang="en-US" sz="2400" dirty="0" smtClean="0">
                <a:solidFill>
                  <a:srgbClr val="009900"/>
                </a:solidFill>
                <a:cs typeface="等线" panose="02010600030101010101" charset="-122"/>
              </a:rPr>
              <a:t>中。</a:t>
            </a:r>
            <a:endParaRPr lang="en-US" altLang="zh-CN" sz="2400" dirty="0" smtClean="0">
              <a:solidFill>
                <a:srgbClr val="009900"/>
              </a:solidFill>
              <a:cs typeface="等线" panose="02010600030101010101" charset="-122"/>
            </a:endParaRPr>
          </a:p>
          <a:p>
            <a:pPr marL="0" indent="0" eaLnBrk="1" hangingPunct="1">
              <a:buNone/>
            </a:pPr>
            <a:r>
              <a:rPr lang="zh-CN" altLang="en-US" sz="2400" dirty="0" smtClean="0">
                <a:solidFill>
                  <a:srgbClr val="009900"/>
                </a:solidFill>
                <a:cs typeface="等线" panose="02010600030101010101" charset="-122"/>
              </a:rPr>
              <a:t>缺点：适用范围窄，通常适用于局域网</a:t>
            </a:r>
            <a:endParaRPr lang="en-US" altLang="zh-CN" sz="2400" dirty="0" smtClean="0">
              <a:solidFill>
                <a:srgbClr val="009900"/>
              </a:solidFill>
              <a:cs typeface="等线" panose="02010600030101010101" charset="-122"/>
            </a:endParaRPr>
          </a:p>
          <a:p>
            <a:pPr marL="0" indent="0" eaLnBrk="1" hangingPunct="1">
              <a:spcBef>
                <a:spcPts val="0"/>
              </a:spcBef>
              <a:buNone/>
            </a:pPr>
            <a:r>
              <a:rPr lang="zh-CN" altLang="en-US" sz="2400" dirty="0" smtClean="0">
                <a:solidFill>
                  <a:srgbClr val="009900"/>
                </a:solidFill>
                <a:cs typeface="等线" panose="02010600030101010101" charset="-122"/>
              </a:rPr>
              <a:t>             维护成本高，一次升级，所有客户端应用程序都要更改</a:t>
            </a:r>
            <a:endParaRPr lang="zh-CN" altLang="en-US" sz="2400" dirty="0">
              <a:solidFill>
                <a:srgbClr val="009900"/>
              </a:solidFill>
              <a:cs typeface="等线" panose="02010600030101010101" charset="-122"/>
            </a:endParaRPr>
          </a:p>
        </p:txBody>
      </p:sp>
      <p:grpSp>
        <p:nvGrpSpPr>
          <p:cNvPr id="25603" name="Group 4"/>
          <p:cNvGrpSpPr/>
          <p:nvPr/>
        </p:nvGrpSpPr>
        <p:grpSpPr>
          <a:xfrm>
            <a:off x="755650" y="1339850"/>
            <a:ext cx="7416800" cy="2881313"/>
            <a:chOff x="2340" y="1682"/>
            <a:chExt cx="6660" cy="3349"/>
          </a:xfrm>
        </p:grpSpPr>
        <p:sp>
          <p:nvSpPr>
            <p:cNvPr id="25604" name="AutoShape 5"/>
            <p:cNvSpPr/>
            <p:nvPr/>
          </p:nvSpPr>
          <p:spPr>
            <a:xfrm>
              <a:off x="7740" y="2379"/>
              <a:ext cx="1260" cy="402"/>
            </a:xfrm>
            <a:prstGeom prst="flowChartPredefinedProcess">
              <a:avLst/>
            </a:prstGeom>
            <a:solidFill>
              <a:srgbClr val="FFFFFF"/>
            </a:solidFill>
            <a:ln w="9525" cap="flat" cmpd="sng">
              <a:solidFill>
                <a:srgbClr val="000000"/>
              </a:solidFill>
              <a:prstDash val="solid"/>
              <a:miter/>
              <a:headEnd type="none" w="med" len="med"/>
              <a:tailEnd type="none" w="med" len="med"/>
            </a:ln>
          </p:spPr>
          <p:txBody>
            <a:bodyPr lIns="0" tIns="0" rIns="0" bIns="0" anchor="t" anchorCtr="0"/>
            <a:lstStyle/>
            <a:p>
              <a:pPr lvl="0" algn="ctr" latinLnBrk="1"/>
              <a:r>
                <a:rPr lang="zh-CN" altLang="en-US" b="1">
                  <a:solidFill>
                    <a:srgbClr val="D60093"/>
                  </a:solidFill>
                  <a:latin typeface="Times New Roman" panose="02020603050405020304" pitchFamily="18" charset="0"/>
                  <a:ea typeface="宋体" panose="02010600030101010101" pitchFamily="2" charset="-122"/>
                </a:rPr>
                <a:t>应用程序</a:t>
              </a:r>
              <a:endParaRPr lang="zh-CN" altLang="en-US" b="1" dirty="0">
                <a:solidFill>
                  <a:srgbClr val="D60093"/>
                </a:solidFill>
                <a:latin typeface="Gulim" panose="020B0600000101010101" pitchFamily="34" charset="-127"/>
              </a:endParaRPr>
            </a:p>
          </p:txBody>
        </p:sp>
        <p:sp>
          <p:nvSpPr>
            <p:cNvPr id="25605" name="AutoShape 6"/>
            <p:cNvSpPr/>
            <p:nvPr/>
          </p:nvSpPr>
          <p:spPr>
            <a:xfrm>
              <a:off x="2340" y="3315"/>
              <a:ext cx="975" cy="780"/>
            </a:xfrm>
            <a:prstGeom prst="can">
              <a:avLst>
                <a:gd name="adj" fmla="val 35574"/>
              </a:avLst>
            </a:prstGeom>
            <a:solidFill>
              <a:srgbClr val="FFFFFF"/>
            </a:solidFill>
            <a:ln w="9525" cap="flat" cmpd="sng">
              <a:solidFill>
                <a:srgbClr val="000000"/>
              </a:solidFill>
              <a:prstDash val="solid"/>
              <a:round/>
              <a:headEnd type="none" w="med" len="med"/>
              <a:tailEnd type="none" w="med" len="med"/>
            </a:ln>
          </p:spPr>
          <p:txBody>
            <a:bodyPr anchor="t" anchorCtr="0"/>
            <a:lstStyle/>
            <a:p>
              <a:pPr lvl="0" algn="ctr" latinLnBrk="1"/>
              <a:r>
                <a:rPr lang="zh-CN" altLang="en-US" b="1">
                  <a:solidFill>
                    <a:srgbClr val="0070C0"/>
                  </a:solidFill>
                  <a:latin typeface="Times New Roman" panose="02020603050405020304" pitchFamily="18" charset="0"/>
                  <a:ea typeface="宋体" panose="02010600030101010101" pitchFamily="2" charset="-122"/>
                </a:rPr>
                <a:t>数据库</a:t>
              </a:r>
              <a:endParaRPr lang="zh-CN" altLang="en-US" b="1" dirty="0">
                <a:solidFill>
                  <a:srgbClr val="0070C0"/>
                </a:solidFill>
                <a:latin typeface="Gulim" panose="020B0600000101010101" pitchFamily="34" charset="-127"/>
              </a:endParaRPr>
            </a:p>
          </p:txBody>
        </p:sp>
        <p:sp>
          <p:nvSpPr>
            <p:cNvPr id="25606" name="Text Box 7"/>
            <p:cNvSpPr txBox="1"/>
            <p:nvPr/>
          </p:nvSpPr>
          <p:spPr>
            <a:xfrm>
              <a:off x="3780" y="1702"/>
              <a:ext cx="945" cy="468"/>
            </a:xfrm>
            <a:prstGeom prst="rect">
              <a:avLst/>
            </a:prstGeom>
            <a:noFill/>
            <a:ln w="9525">
              <a:noFill/>
            </a:ln>
          </p:spPr>
          <p:txBody>
            <a:bodyPr anchor="t" anchorCtr="0"/>
            <a:lstStyle/>
            <a:p>
              <a:pPr algn="just" latinLnBrk="1"/>
              <a:r>
                <a:rPr lang="zh-CN" altLang="en-US" b="1" dirty="0">
                  <a:solidFill>
                    <a:srgbClr val="FF0000"/>
                  </a:solidFill>
                  <a:latin typeface="Times New Roman" panose="02020603050405020304" pitchFamily="18" charset="0"/>
                  <a:ea typeface="宋体" panose="02010600030101010101" pitchFamily="2" charset="-122"/>
                </a:rPr>
                <a:t>服务器</a:t>
              </a:r>
              <a:endParaRPr lang="zh-CN" altLang="en-US" b="1" dirty="0">
                <a:solidFill>
                  <a:srgbClr val="FF0000"/>
                </a:solidFill>
                <a:latin typeface="Gulim" panose="020B0600000101010101" pitchFamily="34" charset="-127"/>
                <a:ea typeface="Gulim" panose="020B0600000101010101" pitchFamily="34" charset="-127"/>
              </a:endParaRPr>
            </a:p>
          </p:txBody>
        </p:sp>
        <p:sp>
          <p:nvSpPr>
            <p:cNvPr id="25607" name="Line 8"/>
            <p:cNvSpPr/>
            <p:nvPr/>
          </p:nvSpPr>
          <p:spPr>
            <a:xfrm flipH="1">
              <a:off x="4680" y="2691"/>
              <a:ext cx="2160" cy="312"/>
            </a:xfrm>
            <a:prstGeom prst="line">
              <a:avLst/>
            </a:prstGeom>
            <a:ln w="19050" cap="flat" cmpd="sng">
              <a:solidFill>
                <a:srgbClr val="000000"/>
              </a:solidFill>
              <a:prstDash val="solid"/>
              <a:round/>
              <a:headEnd type="none" w="med" len="med"/>
              <a:tailEnd type="none" w="med" len="med"/>
            </a:ln>
          </p:spPr>
          <p:txBody>
            <a:bodyPr/>
            <a:lstStyle/>
            <a:p>
              <a:endParaRPr lang="zh-CN" altLang="en-US"/>
            </a:p>
          </p:txBody>
        </p:sp>
        <p:sp>
          <p:nvSpPr>
            <p:cNvPr id="25608" name="Line 9"/>
            <p:cNvSpPr/>
            <p:nvPr/>
          </p:nvSpPr>
          <p:spPr>
            <a:xfrm>
              <a:off x="4680" y="3627"/>
              <a:ext cx="2160" cy="1092"/>
            </a:xfrm>
            <a:prstGeom prst="line">
              <a:avLst/>
            </a:prstGeom>
            <a:ln w="19050" cap="flat" cmpd="sng">
              <a:solidFill>
                <a:srgbClr val="000000"/>
              </a:solidFill>
              <a:prstDash val="solid"/>
              <a:round/>
              <a:headEnd type="none" w="med" len="med"/>
              <a:tailEnd type="none" w="med" len="med"/>
            </a:ln>
          </p:spPr>
          <p:txBody>
            <a:bodyPr/>
            <a:lstStyle/>
            <a:p>
              <a:endParaRPr lang="zh-CN" altLang="en-US"/>
            </a:p>
          </p:txBody>
        </p:sp>
        <p:sp>
          <p:nvSpPr>
            <p:cNvPr id="25609" name="Line 10"/>
            <p:cNvSpPr/>
            <p:nvPr/>
          </p:nvSpPr>
          <p:spPr>
            <a:xfrm>
              <a:off x="4680" y="3315"/>
              <a:ext cx="2160" cy="312"/>
            </a:xfrm>
            <a:prstGeom prst="line">
              <a:avLst/>
            </a:prstGeom>
            <a:ln w="19050" cap="flat" cmpd="sng">
              <a:solidFill>
                <a:srgbClr val="000000"/>
              </a:solidFill>
              <a:prstDash val="solid"/>
              <a:round/>
              <a:headEnd type="none" w="med" len="med"/>
              <a:tailEnd type="none" w="med" len="med"/>
            </a:ln>
          </p:spPr>
          <p:txBody>
            <a:bodyPr/>
            <a:lstStyle/>
            <a:p>
              <a:endParaRPr lang="zh-CN" altLang="en-US"/>
            </a:p>
          </p:txBody>
        </p:sp>
        <p:sp>
          <p:nvSpPr>
            <p:cNvPr id="25610" name="Text Box 11"/>
            <p:cNvSpPr txBox="1"/>
            <p:nvPr/>
          </p:nvSpPr>
          <p:spPr>
            <a:xfrm>
              <a:off x="5829" y="2379"/>
              <a:ext cx="900" cy="312"/>
            </a:xfrm>
            <a:prstGeom prst="rect">
              <a:avLst/>
            </a:prstGeom>
            <a:noFill/>
            <a:ln w="9525">
              <a:noFill/>
            </a:ln>
          </p:spPr>
          <p:txBody>
            <a:bodyPr lIns="0" tIns="0" rIns="0" bIns="0" anchor="t" anchorCtr="0"/>
            <a:lstStyle/>
            <a:p>
              <a:pPr algn="just" latinLnBrk="1"/>
              <a:r>
                <a:rPr lang="zh-CN" altLang="en-US" sz="1600" b="1" dirty="0">
                  <a:latin typeface="Times New Roman" panose="02020603050405020304" pitchFamily="18" charset="0"/>
                  <a:ea typeface="宋体" panose="02010600030101010101" pitchFamily="2" charset="-122"/>
                </a:rPr>
                <a:t>数据请求</a:t>
              </a:r>
              <a:endParaRPr lang="zh-CN" altLang="en-US" sz="1600" b="1" dirty="0">
                <a:latin typeface="Gulim" panose="020B0600000101010101" pitchFamily="34" charset="-127"/>
                <a:ea typeface="Gulim" panose="020B0600000101010101" pitchFamily="34" charset="-127"/>
              </a:endParaRPr>
            </a:p>
          </p:txBody>
        </p:sp>
        <p:sp>
          <p:nvSpPr>
            <p:cNvPr id="25611" name="Text Box 12"/>
            <p:cNvSpPr txBox="1"/>
            <p:nvPr/>
          </p:nvSpPr>
          <p:spPr>
            <a:xfrm>
              <a:off x="6100" y="2839"/>
              <a:ext cx="560" cy="320"/>
            </a:xfrm>
            <a:prstGeom prst="rect">
              <a:avLst/>
            </a:prstGeom>
            <a:noFill/>
            <a:ln w="9525">
              <a:noFill/>
            </a:ln>
          </p:spPr>
          <p:txBody>
            <a:bodyPr lIns="0" tIns="0" rIns="0" bIns="0" anchor="t" anchorCtr="0"/>
            <a:lstStyle/>
            <a:p>
              <a:pPr algn="just" latinLnBrk="1"/>
              <a:r>
                <a:rPr lang="zh-CN" altLang="en-US" sz="1600" b="1" dirty="0">
                  <a:latin typeface="Times New Roman" panose="02020603050405020304" pitchFamily="18" charset="0"/>
                  <a:ea typeface="宋体" panose="02010600030101010101" pitchFamily="2" charset="-122"/>
                </a:rPr>
                <a:t>结果</a:t>
              </a:r>
              <a:endParaRPr lang="zh-CN" altLang="en-US" sz="1600" b="1" dirty="0">
                <a:latin typeface="Gulim" panose="020B0600000101010101" pitchFamily="34" charset="-127"/>
                <a:ea typeface="Gulim" panose="020B0600000101010101" pitchFamily="34" charset="-127"/>
              </a:endParaRPr>
            </a:p>
          </p:txBody>
        </p:sp>
        <p:sp>
          <p:nvSpPr>
            <p:cNvPr id="25612" name="Line 13"/>
            <p:cNvSpPr/>
            <p:nvPr/>
          </p:nvSpPr>
          <p:spPr>
            <a:xfrm flipH="1">
              <a:off x="4860" y="2691"/>
              <a:ext cx="900" cy="156"/>
            </a:xfrm>
            <a:prstGeom prst="line">
              <a:avLst/>
            </a:prstGeom>
            <a:ln w="9525" cap="flat" cmpd="sng">
              <a:solidFill>
                <a:srgbClr val="000000"/>
              </a:solidFill>
              <a:prstDash val="solid"/>
              <a:round/>
              <a:headEnd type="none" w="med" len="med"/>
              <a:tailEnd type="triangle" w="sm" len="sm"/>
            </a:ln>
          </p:spPr>
          <p:txBody>
            <a:bodyPr/>
            <a:lstStyle/>
            <a:p>
              <a:endParaRPr lang="zh-CN" altLang="en-US"/>
            </a:p>
          </p:txBody>
        </p:sp>
        <p:sp>
          <p:nvSpPr>
            <p:cNvPr id="25613" name="Line 14"/>
            <p:cNvSpPr/>
            <p:nvPr/>
          </p:nvSpPr>
          <p:spPr>
            <a:xfrm flipV="1">
              <a:off x="4860" y="3003"/>
              <a:ext cx="1080" cy="156"/>
            </a:xfrm>
            <a:prstGeom prst="line">
              <a:avLst/>
            </a:prstGeom>
            <a:ln w="9525" cap="flat" cmpd="sng">
              <a:solidFill>
                <a:srgbClr val="000000"/>
              </a:solidFill>
              <a:prstDash val="solid"/>
              <a:round/>
              <a:headEnd type="none" w="med" len="med"/>
              <a:tailEnd type="triangle" w="sm" len="sm"/>
            </a:ln>
          </p:spPr>
          <p:txBody>
            <a:bodyPr/>
            <a:lstStyle/>
            <a:p>
              <a:endParaRPr lang="zh-CN" altLang="en-US"/>
            </a:p>
          </p:txBody>
        </p:sp>
        <p:sp>
          <p:nvSpPr>
            <p:cNvPr id="25614" name="Text Box 15"/>
            <p:cNvSpPr txBox="1"/>
            <p:nvPr/>
          </p:nvSpPr>
          <p:spPr>
            <a:xfrm>
              <a:off x="7560" y="2059"/>
              <a:ext cx="920" cy="320"/>
            </a:xfrm>
            <a:prstGeom prst="rect">
              <a:avLst/>
            </a:prstGeom>
            <a:noFill/>
            <a:ln w="9525">
              <a:noFill/>
            </a:ln>
          </p:spPr>
          <p:txBody>
            <a:bodyPr lIns="0" tIns="0" rIns="0" bIns="0" anchor="t" anchorCtr="0"/>
            <a:lstStyle/>
            <a:p>
              <a:pPr algn="ctr" latinLnBrk="1"/>
              <a:r>
                <a:rPr lang="zh-CN" altLang="en-US" sz="1600" b="1" dirty="0">
                  <a:solidFill>
                    <a:srgbClr val="7030A0"/>
                  </a:solidFill>
                  <a:latin typeface="Times New Roman" panose="02020603050405020304" pitchFamily="18" charset="0"/>
                  <a:ea typeface="宋体" panose="02010600030101010101" pitchFamily="2" charset="-122"/>
                </a:rPr>
                <a:t>工作站</a:t>
              </a:r>
              <a:r>
                <a:rPr lang="en-US" altLang="zh-CN" sz="1600" b="1" dirty="0">
                  <a:solidFill>
                    <a:srgbClr val="7030A0"/>
                  </a:solidFill>
                  <a:latin typeface="Times New Roman" panose="02020603050405020304" pitchFamily="18" charset="0"/>
                  <a:ea typeface="宋体" panose="02010600030101010101" pitchFamily="2" charset="-122"/>
                </a:rPr>
                <a:t>1</a:t>
              </a:r>
              <a:endParaRPr lang="en-US" altLang="zh-CN" sz="1600" b="1" dirty="0">
                <a:solidFill>
                  <a:srgbClr val="7030A0"/>
                </a:solidFill>
                <a:latin typeface="Gulim" panose="020B0600000101010101" pitchFamily="34" charset="-127"/>
                <a:ea typeface="Gulim" panose="020B0600000101010101" pitchFamily="34" charset="-127"/>
              </a:endParaRPr>
            </a:p>
          </p:txBody>
        </p:sp>
        <p:sp>
          <p:nvSpPr>
            <p:cNvPr id="25615" name="Text Box 16"/>
            <p:cNvSpPr txBox="1"/>
            <p:nvPr/>
          </p:nvSpPr>
          <p:spPr>
            <a:xfrm>
              <a:off x="7560" y="4243"/>
              <a:ext cx="920" cy="320"/>
            </a:xfrm>
            <a:prstGeom prst="rect">
              <a:avLst/>
            </a:prstGeom>
            <a:noFill/>
            <a:ln w="9525">
              <a:noFill/>
            </a:ln>
          </p:spPr>
          <p:txBody>
            <a:bodyPr lIns="0" tIns="0" rIns="0" bIns="0" anchor="t" anchorCtr="0"/>
            <a:lstStyle/>
            <a:p>
              <a:pPr algn="ctr" latinLnBrk="1"/>
              <a:r>
                <a:rPr lang="zh-CN" altLang="en-US" sz="1600" b="1" dirty="0">
                  <a:solidFill>
                    <a:srgbClr val="7030A0"/>
                  </a:solidFill>
                  <a:latin typeface="Times New Roman" panose="02020603050405020304" pitchFamily="18" charset="0"/>
                  <a:ea typeface="宋体" panose="02010600030101010101" pitchFamily="2" charset="-122"/>
                </a:rPr>
                <a:t>工作站</a:t>
              </a:r>
              <a:r>
                <a:rPr lang="en-US" altLang="zh-CN" sz="1600" b="1" dirty="0">
                  <a:solidFill>
                    <a:srgbClr val="7030A0"/>
                  </a:solidFill>
                  <a:latin typeface="Times New Roman" panose="02020603050405020304" pitchFamily="18" charset="0"/>
                  <a:ea typeface="宋体" panose="02010600030101010101" pitchFamily="2" charset="-122"/>
                </a:rPr>
                <a:t>n</a:t>
              </a:r>
              <a:endParaRPr lang="en-US" altLang="zh-CN" sz="1600" b="1" dirty="0">
                <a:solidFill>
                  <a:srgbClr val="7030A0"/>
                </a:solidFill>
                <a:latin typeface="Gulim" panose="020B0600000101010101" pitchFamily="34" charset="-127"/>
                <a:ea typeface="Gulim" panose="020B0600000101010101" pitchFamily="34" charset="-127"/>
              </a:endParaRPr>
            </a:p>
          </p:txBody>
        </p:sp>
        <p:sp>
          <p:nvSpPr>
            <p:cNvPr id="25616" name="Text Box 17"/>
            <p:cNvSpPr txBox="1"/>
            <p:nvPr/>
          </p:nvSpPr>
          <p:spPr>
            <a:xfrm>
              <a:off x="7560" y="3159"/>
              <a:ext cx="920" cy="320"/>
            </a:xfrm>
            <a:prstGeom prst="rect">
              <a:avLst/>
            </a:prstGeom>
            <a:noFill/>
            <a:ln w="9525">
              <a:noFill/>
            </a:ln>
          </p:spPr>
          <p:txBody>
            <a:bodyPr lIns="0" tIns="0" rIns="0" bIns="0" anchor="t" anchorCtr="0"/>
            <a:lstStyle/>
            <a:p>
              <a:pPr algn="ctr" latinLnBrk="1"/>
              <a:r>
                <a:rPr lang="zh-CN" altLang="en-US" sz="1600" b="1" dirty="0">
                  <a:solidFill>
                    <a:srgbClr val="7030A0"/>
                  </a:solidFill>
                  <a:latin typeface="Times New Roman" panose="02020603050405020304" pitchFamily="18" charset="0"/>
                  <a:ea typeface="宋体" panose="02010600030101010101" pitchFamily="2" charset="-122"/>
                </a:rPr>
                <a:t>工作站</a:t>
              </a:r>
              <a:r>
                <a:rPr lang="en-US" altLang="zh-CN" sz="1600" b="1" dirty="0">
                  <a:solidFill>
                    <a:srgbClr val="7030A0"/>
                  </a:solidFill>
                  <a:latin typeface="Times New Roman" panose="02020603050405020304" pitchFamily="18" charset="0"/>
                  <a:ea typeface="宋体" panose="02010600030101010101" pitchFamily="2" charset="-122"/>
                </a:rPr>
                <a:t>2</a:t>
              </a:r>
              <a:endParaRPr lang="en-US" altLang="zh-CN" sz="1600" b="1" dirty="0">
                <a:solidFill>
                  <a:srgbClr val="7030A0"/>
                </a:solidFill>
                <a:latin typeface="Gulim" panose="020B0600000101010101" pitchFamily="34" charset="-127"/>
                <a:ea typeface="Gulim" panose="020B0600000101010101" pitchFamily="34" charset="-127"/>
              </a:endParaRPr>
            </a:p>
          </p:txBody>
        </p:sp>
        <p:sp>
          <p:nvSpPr>
            <p:cNvPr id="25617" name="Text Box 18"/>
            <p:cNvSpPr txBox="1"/>
            <p:nvPr/>
          </p:nvSpPr>
          <p:spPr>
            <a:xfrm>
              <a:off x="6840" y="1682"/>
              <a:ext cx="916" cy="352"/>
            </a:xfrm>
            <a:prstGeom prst="rect">
              <a:avLst/>
            </a:prstGeom>
            <a:noFill/>
            <a:ln w="9525">
              <a:noFill/>
            </a:ln>
          </p:spPr>
          <p:txBody>
            <a:bodyPr lIns="0" tIns="0" rIns="0" bIns="0" anchor="t" anchorCtr="0"/>
            <a:lstStyle/>
            <a:p>
              <a:pPr algn="ctr" latinLnBrk="1"/>
              <a:r>
                <a:rPr lang="zh-CN" altLang="en-US" b="1" dirty="0">
                  <a:solidFill>
                    <a:srgbClr val="FF0000"/>
                  </a:solidFill>
                  <a:latin typeface="Times New Roman" panose="02020603050405020304" pitchFamily="18" charset="0"/>
                  <a:ea typeface="宋体" panose="02010600030101010101" pitchFamily="2" charset="-122"/>
                </a:rPr>
                <a:t>客户端</a:t>
              </a:r>
              <a:endParaRPr lang="zh-CN" altLang="en-US" b="1" dirty="0">
                <a:solidFill>
                  <a:srgbClr val="FF0000"/>
                </a:solidFill>
                <a:latin typeface="Gulim" panose="020B0600000101010101" pitchFamily="34" charset="-127"/>
                <a:ea typeface="Gulim" panose="020B0600000101010101" pitchFamily="34" charset="-127"/>
              </a:endParaRPr>
            </a:p>
          </p:txBody>
        </p:sp>
        <p:pic>
          <p:nvPicPr>
            <p:cNvPr id="25618" name="Picture 19" descr="tu"/>
            <p:cNvPicPr>
              <a:picLocks noChangeAspect="1"/>
            </p:cNvPicPr>
            <p:nvPr/>
          </p:nvPicPr>
          <p:blipFill>
            <a:blip r:embed="rId2"/>
            <a:stretch>
              <a:fillRect/>
            </a:stretch>
          </p:blipFill>
          <p:spPr>
            <a:xfrm>
              <a:off x="6840" y="2067"/>
              <a:ext cx="793" cy="776"/>
            </a:xfrm>
            <a:prstGeom prst="rect">
              <a:avLst/>
            </a:prstGeom>
            <a:noFill/>
            <a:ln w="9525">
              <a:noFill/>
            </a:ln>
          </p:spPr>
        </p:pic>
        <p:pic>
          <p:nvPicPr>
            <p:cNvPr id="25619" name="Picture 20" descr="tu"/>
            <p:cNvPicPr>
              <a:picLocks noChangeAspect="1"/>
            </p:cNvPicPr>
            <p:nvPr/>
          </p:nvPicPr>
          <p:blipFill>
            <a:blip r:embed="rId2"/>
            <a:stretch>
              <a:fillRect/>
            </a:stretch>
          </p:blipFill>
          <p:spPr>
            <a:xfrm>
              <a:off x="6840" y="4255"/>
              <a:ext cx="793" cy="776"/>
            </a:xfrm>
            <a:prstGeom prst="rect">
              <a:avLst/>
            </a:prstGeom>
            <a:noFill/>
            <a:ln w="9525">
              <a:noFill/>
            </a:ln>
          </p:spPr>
        </p:pic>
        <p:pic>
          <p:nvPicPr>
            <p:cNvPr id="25620" name="Picture 21" descr="tu"/>
            <p:cNvPicPr>
              <a:picLocks noChangeAspect="1"/>
            </p:cNvPicPr>
            <p:nvPr/>
          </p:nvPicPr>
          <p:blipFill>
            <a:blip r:embed="rId2"/>
            <a:stretch>
              <a:fillRect/>
            </a:stretch>
          </p:blipFill>
          <p:spPr>
            <a:xfrm>
              <a:off x="6840" y="3163"/>
              <a:ext cx="793" cy="776"/>
            </a:xfrm>
            <a:prstGeom prst="rect">
              <a:avLst/>
            </a:prstGeom>
            <a:noFill/>
            <a:ln w="9525">
              <a:noFill/>
            </a:ln>
          </p:spPr>
        </p:pic>
        <p:grpSp>
          <p:nvGrpSpPr>
            <p:cNvPr id="25621" name="Group 22"/>
            <p:cNvGrpSpPr/>
            <p:nvPr/>
          </p:nvGrpSpPr>
          <p:grpSpPr>
            <a:xfrm>
              <a:off x="3420" y="2171"/>
              <a:ext cx="1260" cy="2392"/>
              <a:chOff x="2378" y="694"/>
              <a:chExt cx="802" cy="1252"/>
            </a:xfrm>
          </p:grpSpPr>
          <p:grpSp>
            <p:nvGrpSpPr>
              <p:cNvPr id="25622" name="Group 23"/>
              <p:cNvGrpSpPr/>
              <p:nvPr/>
            </p:nvGrpSpPr>
            <p:grpSpPr>
              <a:xfrm>
                <a:off x="2734" y="771"/>
                <a:ext cx="446" cy="1175"/>
                <a:chOff x="2734" y="771"/>
                <a:chExt cx="446" cy="1175"/>
              </a:xfrm>
            </p:grpSpPr>
            <p:sp>
              <p:nvSpPr>
                <p:cNvPr id="25623" name="Freeform 24"/>
                <p:cNvSpPr/>
                <p:nvPr/>
              </p:nvSpPr>
              <p:spPr>
                <a:xfrm>
                  <a:off x="2734" y="771"/>
                  <a:ext cx="446" cy="1175"/>
                </a:xfrm>
                <a:custGeom>
                  <a:avLst/>
                  <a:gdLst/>
                  <a:ahLst/>
                  <a:cxnLst>
                    <a:cxn ang="0">
                      <a:pos x="0" y="196"/>
                    </a:cxn>
                    <a:cxn ang="0">
                      <a:pos x="0" y="1175"/>
                    </a:cxn>
                    <a:cxn ang="0">
                      <a:pos x="446" y="897"/>
                    </a:cxn>
                    <a:cxn ang="0">
                      <a:pos x="446" y="0"/>
                    </a:cxn>
                    <a:cxn ang="0">
                      <a:pos x="0" y="196"/>
                    </a:cxn>
                  </a:cxnLst>
                  <a:rect l="0" t="0" r="0" b="0"/>
                  <a:pathLst>
                    <a:path w="446" h="1175">
                      <a:moveTo>
                        <a:pt x="0" y="196"/>
                      </a:moveTo>
                      <a:lnTo>
                        <a:pt x="0" y="1175"/>
                      </a:lnTo>
                      <a:lnTo>
                        <a:pt x="446" y="897"/>
                      </a:lnTo>
                      <a:lnTo>
                        <a:pt x="446" y="0"/>
                      </a:lnTo>
                      <a:lnTo>
                        <a:pt x="0" y="196"/>
                      </a:lnTo>
                      <a:close/>
                    </a:path>
                  </a:pathLst>
                </a:custGeom>
                <a:solidFill>
                  <a:srgbClr val="CECECE"/>
                </a:solidFill>
                <a:ln w="9525">
                  <a:noFill/>
                </a:ln>
              </p:spPr>
              <p:txBody>
                <a:bodyPr/>
                <a:lstStyle/>
                <a:p>
                  <a:endParaRPr lang="zh-CN" altLang="en-US"/>
                </a:p>
              </p:txBody>
            </p:sp>
            <p:sp>
              <p:nvSpPr>
                <p:cNvPr id="25624" name="Freeform 25"/>
                <p:cNvSpPr/>
                <p:nvPr/>
              </p:nvSpPr>
              <p:spPr>
                <a:xfrm>
                  <a:off x="2734" y="771"/>
                  <a:ext cx="446" cy="1175"/>
                </a:xfrm>
                <a:custGeom>
                  <a:avLst/>
                  <a:gdLst/>
                  <a:ahLst/>
                  <a:cxnLst>
                    <a:cxn ang="0">
                      <a:pos x="0" y="196"/>
                    </a:cxn>
                    <a:cxn ang="0">
                      <a:pos x="0" y="1175"/>
                    </a:cxn>
                    <a:cxn ang="0">
                      <a:pos x="446" y="897"/>
                    </a:cxn>
                    <a:cxn ang="0">
                      <a:pos x="446" y="0"/>
                    </a:cxn>
                    <a:cxn ang="0">
                      <a:pos x="0" y="196"/>
                    </a:cxn>
                  </a:cxnLst>
                  <a:rect l="0" t="0" r="0" b="0"/>
                  <a:pathLst>
                    <a:path w="446" h="1175">
                      <a:moveTo>
                        <a:pt x="0" y="196"/>
                      </a:moveTo>
                      <a:lnTo>
                        <a:pt x="0" y="1175"/>
                      </a:lnTo>
                      <a:lnTo>
                        <a:pt x="446" y="897"/>
                      </a:lnTo>
                      <a:lnTo>
                        <a:pt x="446" y="0"/>
                      </a:lnTo>
                      <a:lnTo>
                        <a:pt x="0" y="196"/>
                      </a:lnTo>
                    </a:path>
                  </a:pathLst>
                </a:custGeom>
                <a:noFill/>
                <a:ln w="12700" cap="flat" cmpd="sng">
                  <a:solidFill>
                    <a:srgbClr val="000000"/>
                  </a:solidFill>
                  <a:prstDash val="solid"/>
                  <a:round/>
                  <a:headEnd type="none" w="med" len="med"/>
                  <a:tailEnd type="none" w="med" len="med"/>
                </a:ln>
              </p:spPr>
              <p:txBody>
                <a:bodyPr/>
                <a:lstStyle/>
                <a:p>
                  <a:endParaRPr lang="zh-CN" altLang="en-US"/>
                </a:p>
              </p:txBody>
            </p:sp>
          </p:grpSp>
          <p:grpSp>
            <p:nvGrpSpPr>
              <p:cNvPr id="25625" name="Group 26"/>
              <p:cNvGrpSpPr/>
              <p:nvPr/>
            </p:nvGrpSpPr>
            <p:grpSpPr>
              <a:xfrm>
                <a:off x="2383" y="884"/>
                <a:ext cx="351" cy="1062"/>
                <a:chOff x="2383" y="884"/>
                <a:chExt cx="351" cy="1062"/>
              </a:xfrm>
            </p:grpSpPr>
            <p:sp>
              <p:nvSpPr>
                <p:cNvPr id="25626" name="Freeform 27"/>
                <p:cNvSpPr/>
                <p:nvPr/>
              </p:nvSpPr>
              <p:spPr>
                <a:xfrm>
                  <a:off x="2383" y="884"/>
                  <a:ext cx="351" cy="1062"/>
                </a:xfrm>
                <a:custGeom>
                  <a:avLst/>
                  <a:gdLst/>
                  <a:ahLst/>
                  <a:cxnLst>
                    <a:cxn ang="0">
                      <a:pos x="351" y="84"/>
                    </a:cxn>
                    <a:cxn ang="0">
                      <a:pos x="351" y="1062"/>
                    </a:cxn>
                    <a:cxn ang="0">
                      <a:pos x="1" y="964"/>
                    </a:cxn>
                    <a:cxn ang="0">
                      <a:pos x="0" y="0"/>
                    </a:cxn>
                    <a:cxn ang="0">
                      <a:pos x="351" y="84"/>
                    </a:cxn>
                  </a:cxnLst>
                  <a:rect l="0" t="0" r="0" b="0"/>
                  <a:pathLst>
                    <a:path w="351" h="1062">
                      <a:moveTo>
                        <a:pt x="351" y="84"/>
                      </a:moveTo>
                      <a:lnTo>
                        <a:pt x="351" y="1062"/>
                      </a:lnTo>
                      <a:lnTo>
                        <a:pt x="1" y="964"/>
                      </a:lnTo>
                      <a:lnTo>
                        <a:pt x="0" y="0"/>
                      </a:lnTo>
                      <a:lnTo>
                        <a:pt x="351" y="84"/>
                      </a:lnTo>
                      <a:close/>
                    </a:path>
                  </a:pathLst>
                </a:custGeom>
                <a:solidFill>
                  <a:srgbClr val="FFFFFF"/>
                </a:solidFill>
                <a:ln w="9525">
                  <a:noFill/>
                </a:ln>
              </p:spPr>
              <p:txBody>
                <a:bodyPr/>
                <a:lstStyle/>
                <a:p>
                  <a:endParaRPr lang="zh-CN" altLang="en-US"/>
                </a:p>
              </p:txBody>
            </p:sp>
            <p:sp>
              <p:nvSpPr>
                <p:cNvPr id="25627" name="Freeform 28"/>
                <p:cNvSpPr/>
                <p:nvPr/>
              </p:nvSpPr>
              <p:spPr>
                <a:xfrm>
                  <a:off x="2383" y="884"/>
                  <a:ext cx="351" cy="1062"/>
                </a:xfrm>
                <a:custGeom>
                  <a:avLst/>
                  <a:gdLst/>
                  <a:ahLst/>
                  <a:cxnLst>
                    <a:cxn ang="0">
                      <a:pos x="351" y="84"/>
                    </a:cxn>
                    <a:cxn ang="0">
                      <a:pos x="351" y="1062"/>
                    </a:cxn>
                    <a:cxn ang="0">
                      <a:pos x="1" y="964"/>
                    </a:cxn>
                    <a:cxn ang="0">
                      <a:pos x="0" y="0"/>
                    </a:cxn>
                    <a:cxn ang="0">
                      <a:pos x="351" y="84"/>
                    </a:cxn>
                  </a:cxnLst>
                  <a:rect l="0" t="0" r="0" b="0"/>
                  <a:pathLst>
                    <a:path w="351" h="1062">
                      <a:moveTo>
                        <a:pt x="351" y="84"/>
                      </a:moveTo>
                      <a:lnTo>
                        <a:pt x="351" y="1062"/>
                      </a:lnTo>
                      <a:lnTo>
                        <a:pt x="1" y="964"/>
                      </a:lnTo>
                      <a:lnTo>
                        <a:pt x="0" y="0"/>
                      </a:lnTo>
                      <a:lnTo>
                        <a:pt x="351" y="84"/>
                      </a:lnTo>
                    </a:path>
                  </a:pathLst>
                </a:custGeom>
                <a:noFill/>
                <a:ln w="12700" cap="flat" cmpd="sng">
                  <a:solidFill>
                    <a:srgbClr val="000000"/>
                  </a:solidFill>
                  <a:prstDash val="solid"/>
                  <a:round/>
                  <a:headEnd type="none" w="med" len="med"/>
                  <a:tailEnd type="none" w="med" len="med"/>
                </a:ln>
              </p:spPr>
              <p:txBody>
                <a:bodyPr/>
                <a:lstStyle/>
                <a:p>
                  <a:endParaRPr lang="zh-CN" altLang="en-US"/>
                </a:p>
              </p:txBody>
            </p:sp>
          </p:grpSp>
          <p:grpSp>
            <p:nvGrpSpPr>
              <p:cNvPr id="25628" name="Group 29"/>
              <p:cNvGrpSpPr/>
              <p:nvPr/>
            </p:nvGrpSpPr>
            <p:grpSpPr>
              <a:xfrm>
                <a:off x="2425" y="950"/>
                <a:ext cx="253" cy="942"/>
                <a:chOff x="2425" y="950"/>
                <a:chExt cx="253" cy="942"/>
              </a:xfrm>
            </p:grpSpPr>
            <p:sp>
              <p:nvSpPr>
                <p:cNvPr id="25629" name="Freeform 30"/>
                <p:cNvSpPr/>
                <p:nvPr/>
              </p:nvSpPr>
              <p:spPr>
                <a:xfrm>
                  <a:off x="2425" y="950"/>
                  <a:ext cx="253" cy="942"/>
                </a:xfrm>
                <a:custGeom>
                  <a:avLst/>
                  <a:gdLst/>
                  <a:ahLst/>
                  <a:cxnLst>
                    <a:cxn ang="0">
                      <a:pos x="0" y="9"/>
                    </a:cxn>
                    <a:cxn ang="0">
                      <a:pos x="0" y="871"/>
                    </a:cxn>
                    <a:cxn ang="0">
                      <a:pos x="253" y="942"/>
                    </a:cxn>
                    <a:cxn ang="0">
                      <a:pos x="252" y="64"/>
                    </a:cxn>
                    <a:cxn ang="0">
                      <a:pos x="0" y="0"/>
                    </a:cxn>
                    <a:cxn ang="0">
                      <a:pos x="0" y="9"/>
                    </a:cxn>
                  </a:cxnLst>
                  <a:rect l="0" t="0" r="0" b="0"/>
                  <a:pathLst>
                    <a:path w="253" h="942">
                      <a:moveTo>
                        <a:pt x="0" y="9"/>
                      </a:moveTo>
                      <a:lnTo>
                        <a:pt x="0" y="871"/>
                      </a:lnTo>
                      <a:lnTo>
                        <a:pt x="253" y="942"/>
                      </a:lnTo>
                      <a:lnTo>
                        <a:pt x="252" y="64"/>
                      </a:lnTo>
                      <a:lnTo>
                        <a:pt x="0" y="0"/>
                      </a:lnTo>
                      <a:lnTo>
                        <a:pt x="0" y="9"/>
                      </a:lnTo>
                      <a:close/>
                    </a:path>
                  </a:pathLst>
                </a:custGeom>
                <a:solidFill>
                  <a:srgbClr val="DADADA"/>
                </a:solidFill>
                <a:ln w="9525">
                  <a:noFill/>
                </a:ln>
              </p:spPr>
              <p:txBody>
                <a:bodyPr/>
                <a:lstStyle/>
                <a:p>
                  <a:endParaRPr lang="zh-CN" altLang="en-US"/>
                </a:p>
              </p:txBody>
            </p:sp>
            <p:sp>
              <p:nvSpPr>
                <p:cNvPr id="25630" name="Freeform 31"/>
                <p:cNvSpPr/>
                <p:nvPr/>
              </p:nvSpPr>
              <p:spPr>
                <a:xfrm>
                  <a:off x="2425" y="950"/>
                  <a:ext cx="253" cy="942"/>
                </a:xfrm>
                <a:custGeom>
                  <a:avLst/>
                  <a:gdLst/>
                  <a:ahLst/>
                  <a:cxnLst>
                    <a:cxn ang="0">
                      <a:pos x="0" y="9"/>
                    </a:cxn>
                    <a:cxn ang="0">
                      <a:pos x="0" y="871"/>
                    </a:cxn>
                    <a:cxn ang="0">
                      <a:pos x="253" y="942"/>
                    </a:cxn>
                    <a:cxn ang="0">
                      <a:pos x="252" y="64"/>
                    </a:cxn>
                    <a:cxn ang="0">
                      <a:pos x="0" y="0"/>
                    </a:cxn>
                  </a:cxnLst>
                  <a:rect l="0" t="0" r="0" b="0"/>
                  <a:pathLst>
                    <a:path w="253" h="942">
                      <a:moveTo>
                        <a:pt x="0" y="9"/>
                      </a:moveTo>
                      <a:lnTo>
                        <a:pt x="0" y="871"/>
                      </a:lnTo>
                      <a:lnTo>
                        <a:pt x="253" y="942"/>
                      </a:lnTo>
                      <a:lnTo>
                        <a:pt x="252" y="64"/>
                      </a:lnTo>
                      <a:lnTo>
                        <a:pt x="0" y="0"/>
                      </a:lnTo>
                    </a:path>
                  </a:pathLst>
                </a:custGeom>
                <a:noFill/>
                <a:ln w="12700" cap="flat" cmpd="sng">
                  <a:solidFill>
                    <a:srgbClr val="000000"/>
                  </a:solidFill>
                  <a:prstDash val="solid"/>
                  <a:round/>
                  <a:headEnd type="none" w="med" len="med"/>
                  <a:tailEnd type="none" w="med" len="med"/>
                </a:ln>
              </p:spPr>
              <p:txBody>
                <a:bodyPr/>
                <a:lstStyle/>
                <a:p>
                  <a:endParaRPr lang="zh-CN" altLang="en-US"/>
                </a:p>
              </p:txBody>
            </p:sp>
          </p:grpSp>
          <p:sp>
            <p:nvSpPr>
              <p:cNvPr id="25631" name="Line 32"/>
              <p:cNvSpPr/>
              <p:nvPr/>
            </p:nvSpPr>
            <p:spPr>
              <a:xfrm>
                <a:off x="2429" y="1779"/>
                <a:ext cx="243" cy="60"/>
              </a:xfrm>
              <a:prstGeom prst="line">
                <a:avLst/>
              </a:prstGeom>
              <a:ln w="12700" cap="flat" cmpd="sng">
                <a:solidFill>
                  <a:srgbClr val="000000"/>
                </a:solidFill>
                <a:prstDash val="solid"/>
                <a:round/>
                <a:headEnd type="none" w="med" len="med"/>
                <a:tailEnd type="none" w="med" len="med"/>
              </a:ln>
            </p:spPr>
            <p:txBody>
              <a:bodyPr/>
              <a:lstStyle/>
              <a:p>
                <a:endParaRPr lang="zh-CN" altLang="en-US"/>
              </a:p>
            </p:txBody>
          </p:sp>
          <p:grpSp>
            <p:nvGrpSpPr>
              <p:cNvPr id="25632" name="Group 33"/>
              <p:cNvGrpSpPr/>
              <p:nvPr/>
            </p:nvGrpSpPr>
            <p:grpSpPr>
              <a:xfrm>
                <a:off x="2425" y="1075"/>
                <a:ext cx="253" cy="354"/>
                <a:chOff x="2425" y="1075"/>
                <a:chExt cx="253" cy="354"/>
              </a:xfrm>
            </p:grpSpPr>
            <p:sp>
              <p:nvSpPr>
                <p:cNvPr id="25633" name="Freeform 34"/>
                <p:cNvSpPr/>
                <p:nvPr/>
              </p:nvSpPr>
              <p:spPr>
                <a:xfrm>
                  <a:off x="2425" y="1075"/>
                  <a:ext cx="253" cy="354"/>
                </a:xfrm>
                <a:custGeom>
                  <a:avLst/>
                  <a:gdLst/>
                  <a:ahLst/>
                  <a:cxnLst>
                    <a:cxn ang="0">
                      <a:pos x="1" y="0"/>
                    </a:cxn>
                    <a:cxn ang="0">
                      <a:pos x="253" y="62"/>
                    </a:cxn>
                    <a:cxn ang="0">
                      <a:pos x="253" y="354"/>
                    </a:cxn>
                    <a:cxn ang="0">
                      <a:pos x="0" y="287"/>
                    </a:cxn>
                    <a:cxn ang="0">
                      <a:pos x="1" y="0"/>
                    </a:cxn>
                  </a:cxnLst>
                  <a:rect l="0" t="0" r="0" b="0"/>
                  <a:pathLst>
                    <a:path w="253" h="354">
                      <a:moveTo>
                        <a:pt x="1" y="0"/>
                      </a:moveTo>
                      <a:lnTo>
                        <a:pt x="253" y="62"/>
                      </a:lnTo>
                      <a:lnTo>
                        <a:pt x="253" y="354"/>
                      </a:lnTo>
                      <a:lnTo>
                        <a:pt x="0" y="287"/>
                      </a:lnTo>
                      <a:lnTo>
                        <a:pt x="1" y="0"/>
                      </a:lnTo>
                      <a:close/>
                    </a:path>
                  </a:pathLst>
                </a:custGeom>
                <a:solidFill>
                  <a:srgbClr val="FFFFFF"/>
                </a:solidFill>
                <a:ln w="9525">
                  <a:noFill/>
                </a:ln>
              </p:spPr>
              <p:txBody>
                <a:bodyPr/>
                <a:lstStyle/>
                <a:p>
                  <a:endParaRPr lang="zh-CN" altLang="en-US"/>
                </a:p>
              </p:txBody>
            </p:sp>
            <p:sp>
              <p:nvSpPr>
                <p:cNvPr id="25634" name="Freeform 35"/>
                <p:cNvSpPr/>
                <p:nvPr/>
              </p:nvSpPr>
              <p:spPr>
                <a:xfrm>
                  <a:off x="2425" y="1075"/>
                  <a:ext cx="253" cy="354"/>
                </a:xfrm>
                <a:custGeom>
                  <a:avLst/>
                  <a:gdLst/>
                  <a:ahLst/>
                  <a:cxnLst>
                    <a:cxn ang="0">
                      <a:pos x="1" y="0"/>
                    </a:cxn>
                    <a:cxn ang="0">
                      <a:pos x="253" y="62"/>
                    </a:cxn>
                    <a:cxn ang="0">
                      <a:pos x="253" y="354"/>
                    </a:cxn>
                    <a:cxn ang="0">
                      <a:pos x="0" y="287"/>
                    </a:cxn>
                    <a:cxn ang="0">
                      <a:pos x="1" y="0"/>
                    </a:cxn>
                  </a:cxnLst>
                  <a:rect l="0" t="0" r="0" b="0"/>
                  <a:pathLst>
                    <a:path w="253" h="354">
                      <a:moveTo>
                        <a:pt x="1" y="0"/>
                      </a:moveTo>
                      <a:lnTo>
                        <a:pt x="253" y="62"/>
                      </a:lnTo>
                      <a:lnTo>
                        <a:pt x="253" y="354"/>
                      </a:lnTo>
                      <a:lnTo>
                        <a:pt x="0" y="287"/>
                      </a:lnTo>
                      <a:lnTo>
                        <a:pt x="1" y="0"/>
                      </a:lnTo>
                    </a:path>
                  </a:pathLst>
                </a:custGeom>
                <a:noFill/>
                <a:ln w="12700" cap="flat" cmpd="sng">
                  <a:solidFill>
                    <a:srgbClr val="000000"/>
                  </a:solidFill>
                  <a:prstDash val="solid"/>
                  <a:round/>
                  <a:headEnd type="none" w="med" len="med"/>
                  <a:tailEnd type="none" w="med" len="med"/>
                </a:ln>
              </p:spPr>
              <p:txBody>
                <a:bodyPr/>
                <a:lstStyle/>
                <a:p>
                  <a:endParaRPr lang="zh-CN" altLang="en-US"/>
                </a:p>
              </p:txBody>
            </p:sp>
          </p:grpSp>
          <p:sp>
            <p:nvSpPr>
              <p:cNvPr id="25635" name="Line 36"/>
              <p:cNvSpPr/>
              <p:nvPr/>
            </p:nvSpPr>
            <p:spPr>
              <a:xfrm>
                <a:off x="2432" y="1177"/>
                <a:ext cx="242" cy="50"/>
              </a:xfrm>
              <a:prstGeom prst="line">
                <a:avLst/>
              </a:prstGeom>
              <a:ln w="12700" cap="flat" cmpd="sng">
                <a:solidFill>
                  <a:srgbClr val="000000"/>
                </a:solidFill>
                <a:prstDash val="solid"/>
                <a:round/>
                <a:headEnd type="none" w="med" len="med"/>
                <a:tailEnd type="none" w="med" len="med"/>
              </a:ln>
            </p:spPr>
            <p:txBody>
              <a:bodyPr/>
              <a:lstStyle/>
              <a:p>
                <a:endParaRPr lang="zh-CN" altLang="en-US"/>
              </a:p>
            </p:txBody>
          </p:sp>
          <p:sp>
            <p:nvSpPr>
              <p:cNvPr id="25636" name="Line 37"/>
              <p:cNvSpPr/>
              <p:nvPr/>
            </p:nvSpPr>
            <p:spPr>
              <a:xfrm>
                <a:off x="2432" y="1275"/>
                <a:ext cx="242" cy="60"/>
              </a:xfrm>
              <a:prstGeom prst="line">
                <a:avLst/>
              </a:prstGeom>
              <a:ln w="12700" cap="flat" cmpd="sng">
                <a:solidFill>
                  <a:srgbClr val="000000"/>
                </a:solidFill>
                <a:prstDash val="solid"/>
                <a:round/>
                <a:headEnd type="none" w="med" len="med"/>
                <a:tailEnd type="none" w="med" len="med"/>
              </a:ln>
            </p:spPr>
            <p:txBody>
              <a:bodyPr/>
              <a:lstStyle/>
              <a:p>
                <a:endParaRPr lang="zh-CN" altLang="en-US"/>
              </a:p>
            </p:txBody>
          </p:sp>
          <p:sp>
            <p:nvSpPr>
              <p:cNvPr id="25637" name="Line 38"/>
              <p:cNvSpPr/>
              <p:nvPr/>
            </p:nvSpPr>
            <p:spPr>
              <a:xfrm>
                <a:off x="2463" y="1134"/>
                <a:ext cx="175" cy="35"/>
              </a:xfrm>
              <a:prstGeom prst="line">
                <a:avLst/>
              </a:prstGeom>
              <a:ln w="12700" cap="flat" cmpd="sng">
                <a:solidFill>
                  <a:srgbClr val="919191"/>
                </a:solidFill>
                <a:prstDash val="solid"/>
                <a:round/>
                <a:headEnd type="none" w="med" len="med"/>
                <a:tailEnd type="none" w="med" len="med"/>
              </a:ln>
            </p:spPr>
            <p:txBody>
              <a:bodyPr/>
              <a:lstStyle/>
              <a:p>
                <a:endParaRPr lang="zh-CN" altLang="en-US"/>
              </a:p>
            </p:txBody>
          </p:sp>
          <p:sp>
            <p:nvSpPr>
              <p:cNvPr id="25638" name="Oval 39"/>
              <p:cNvSpPr/>
              <p:nvPr/>
            </p:nvSpPr>
            <p:spPr>
              <a:xfrm>
                <a:off x="2453" y="996"/>
                <a:ext cx="40" cy="22"/>
              </a:xfrm>
              <a:prstGeom prst="ellipse">
                <a:avLst/>
              </a:prstGeom>
              <a:solidFill>
                <a:srgbClr val="DC0081"/>
              </a:solidFill>
              <a:ln w="9525">
                <a:noFill/>
              </a:ln>
            </p:spPr>
            <p:txBody>
              <a:bodyPr anchor="t" anchorCtr="0"/>
              <a:lstStyle/>
              <a:p>
                <a:pPr algn="r"/>
                <a:endParaRPr lang="zh-CN" altLang="en-US" dirty="0">
                  <a:latin typeface="Arial" panose="020B0604020202020204" pitchFamily="34" charset="0"/>
                  <a:ea typeface="Gulim" panose="020B0600000101010101" pitchFamily="34" charset="-127"/>
                </a:endParaRPr>
              </a:p>
            </p:txBody>
          </p:sp>
          <p:sp>
            <p:nvSpPr>
              <p:cNvPr id="25639" name="Freeform 40"/>
              <p:cNvSpPr/>
              <p:nvPr/>
            </p:nvSpPr>
            <p:spPr>
              <a:xfrm>
                <a:off x="2501" y="1130"/>
                <a:ext cx="93" cy="47"/>
              </a:xfrm>
              <a:custGeom>
                <a:avLst/>
                <a:gdLst/>
                <a:ahLst/>
                <a:cxnLst>
                  <a:cxn ang="0">
                    <a:pos x="0" y="0"/>
                  </a:cxn>
                  <a:cxn ang="0">
                    <a:pos x="0" y="28"/>
                  </a:cxn>
                  <a:cxn ang="0">
                    <a:pos x="93" y="47"/>
                  </a:cxn>
                  <a:cxn ang="0">
                    <a:pos x="93" y="19"/>
                  </a:cxn>
                  <a:cxn ang="0">
                    <a:pos x="0" y="0"/>
                  </a:cxn>
                </a:cxnLst>
                <a:rect l="0" t="0" r="0" b="0"/>
                <a:pathLst>
                  <a:path w="93" h="47">
                    <a:moveTo>
                      <a:pt x="0" y="0"/>
                    </a:moveTo>
                    <a:lnTo>
                      <a:pt x="0" y="28"/>
                    </a:lnTo>
                    <a:lnTo>
                      <a:pt x="93" y="47"/>
                    </a:lnTo>
                    <a:lnTo>
                      <a:pt x="93" y="19"/>
                    </a:lnTo>
                    <a:lnTo>
                      <a:pt x="0" y="0"/>
                    </a:lnTo>
                    <a:close/>
                  </a:path>
                </a:pathLst>
              </a:custGeom>
              <a:solidFill>
                <a:srgbClr val="A9A9A9"/>
              </a:solidFill>
              <a:ln w="9525">
                <a:noFill/>
              </a:ln>
            </p:spPr>
            <p:txBody>
              <a:bodyPr/>
              <a:lstStyle/>
              <a:p>
                <a:endParaRPr lang="zh-CN" altLang="en-US"/>
              </a:p>
            </p:txBody>
          </p:sp>
          <p:sp>
            <p:nvSpPr>
              <p:cNvPr id="25640" name="Line 41"/>
              <p:cNvSpPr/>
              <p:nvPr/>
            </p:nvSpPr>
            <p:spPr>
              <a:xfrm>
                <a:off x="2429" y="1732"/>
                <a:ext cx="243" cy="58"/>
              </a:xfrm>
              <a:prstGeom prst="line">
                <a:avLst/>
              </a:prstGeom>
              <a:ln w="12700" cap="flat" cmpd="sng">
                <a:solidFill>
                  <a:srgbClr val="000000"/>
                </a:solidFill>
                <a:prstDash val="solid"/>
                <a:round/>
                <a:headEnd type="none" w="med" len="med"/>
                <a:tailEnd type="none" w="med" len="med"/>
              </a:ln>
            </p:spPr>
            <p:txBody>
              <a:bodyPr/>
              <a:lstStyle/>
              <a:p>
                <a:endParaRPr lang="zh-CN" altLang="en-US"/>
              </a:p>
            </p:txBody>
          </p:sp>
          <p:sp>
            <p:nvSpPr>
              <p:cNvPr id="25641" name="Line 42"/>
              <p:cNvSpPr/>
              <p:nvPr/>
            </p:nvSpPr>
            <p:spPr>
              <a:xfrm>
                <a:off x="2429" y="1682"/>
                <a:ext cx="243" cy="61"/>
              </a:xfrm>
              <a:prstGeom prst="line">
                <a:avLst/>
              </a:prstGeom>
              <a:ln w="12700" cap="flat" cmpd="sng">
                <a:solidFill>
                  <a:srgbClr val="000000"/>
                </a:solidFill>
                <a:prstDash val="solid"/>
                <a:round/>
                <a:headEnd type="none" w="med" len="med"/>
                <a:tailEnd type="none" w="med" len="med"/>
              </a:ln>
            </p:spPr>
            <p:txBody>
              <a:bodyPr/>
              <a:lstStyle/>
              <a:p>
                <a:endParaRPr lang="zh-CN" altLang="en-US"/>
              </a:p>
            </p:txBody>
          </p:sp>
          <p:grpSp>
            <p:nvGrpSpPr>
              <p:cNvPr id="25642" name="Group 43"/>
              <p:cNvGrpSpPr/>
              <p:nvPr/>
            </p:nvGrpSpPr>
            <p:grpSpPr>
              <a:xfrm>
                <a:off x="2378" y="694"/>
                <a:ext cx="801" cy="277"/>
                <a:chOff x="2378" y="694"/>
                <a:chExt cx="801" cy="277"/>
              </a:xfrm>
            </p:grpSpPr>
            <p:sp>
              <p:nvSpPr>
                <p:cNvPr id="25643" name="Freeform 44"/>
                <p:cNvSpPr/>
                <p:nvPr/>
              </p:nvSpPr>
              <p:spPr>
                <a:xfrm>
                  <a:off x="2378" y="694"/>
                  <a:ext cx="801" cy="277"/>
                </a:xfrm>
                <a:custGeom>
                  <a:avLst/>
                  <a:gdLst/>
                  <a:ahLst/>
                  <a:cxnLst>
                    <a:cxn ang="0">
                      <a:pos x="0" y="190"/>
                    </a:cxn>
                    <a:cxn ang="0">
                      <a:pos x="358" y="277"/>
                    </a:cxn>
                    <a:cxn ang="0">
                      <a:pos x="801" y="78"/>
                    </a:cxn>
                    <a:cxn ang="0">
                      <a:pos x="452" y="0"/>
                    </a:cxn>
                    <a:cxn ang="0">
                      <a:pos x="0" y="190"/>
                    </a:cxn>
                  </a:cxnLst>
                  <a:rect l="0" t="0" r="0" b="0"/>
                  <a:pathLst>
                    <a:path w="801" h="277">
                      <a:moveTo>
                        <a:pt x="0" y="190"/>
                      </a:moveTo>
                      <a:lnTo>
                        <a:pt x="358" y="277"/>
                      </a:lnTo>
                      <a:lnTo>
                        <a:pt x="801" y="78"/>
                      </a:lnTo>
                      <a:lnTo>
                        <a:pt x="452" y="0"/>
                      </a:lnTo>
                      <a:lnTo>
                        <a:pt x="0" y="190"/>
                      </a:lnTo>
                      <a:close/>
                    </a:path>
                  </a:pathLst>
                </a:custGeom>
                <a:solidFill>
                  <a:srgbClr val="FFFFFF"/>
                </a:solidFill>
                <a:ln w="9525">
                  <a:noFill/>
                </a:ln>
              </p:spPr>
              <p:txBody>
                <a:bodyPr/>
                <a:lstStyle/>
                <a:p>
                  <a:endParaRPr lang="zh-CN" altLang="en-US"/>
                </a:p>
              </p:txBody>
            </p:sp>
            <p:sp>
              <p:nvSpPr>
                <p:cNvPr id="25644" name="Freeform 45"/>
                <p:cNvSpPr/>
                <p:nvPr/>
              </p:nvSpPr>
              <p:spPr>
                <a:xfrm>
                  <a:off x="2378" y="694"/>
                  <a:ext cx="801" cy="277"/>
                </a:xfrm>
                <a:custGeom>
                  <a:avLst/>
                  <a:gdLst/>
                  <a:ahLst/>
                  <a:cxnLst>
                    <a:cxn ang="0">
                      <a:pos x="0" y="190"/>
                    </a:cxn>
                    <a:cxn ang="0">
                      <a:pos x="358" y="277"/>
                    </a:cxn>
                    <a:cxn ang="0">
                      <a:pos x="801" y="78"/>
                    </a:cxn>
                    <a:cxn ang="0">
                      <a:pos x="452" y="0"/>
                    </a:cxn>
                    <a:cxn ang="0">
                      <a:pos x="0" y="190"/>
                    </a:cxn>
                  </a:cxnLst>
                  <a:rect l="0" t="0" r="0" b="0"/>
                  <a:pathLst>
                    <a:path w="801" h="277">
                      <a:moveTo>
                        <a:pt x="0" y="190"/>
                      </a:moveTo>
                      <a:lnTo>
                        <a:pt x="358" y="277"/>
                      </a:lnTo>
                      <a:lnTo>
                        <a:pt x="801" y="78"/>
                      </a:lnTo>
                      <a:lnTo>
                        <a:pt x="452" y="0"/>
                      </a:lnTo>
                      <a:lnTo>
                        <a:pt x="0" y="190"/>
                      </a:lnTo>
                    </a:path>
                  </a:pathLst>
                </a:custGeom>
                <a:noFill/>
                <a:ln w="12700" cap="flat" cmpd="sng">
                  <a:solidFill>
                    <a:srgbClr val="000000"/>
                  </a:solidFill>
                  <a:prstDash val="solid"/>
                  <a:round/>
                  <a:headEnd type="none" w="med" len="med"/>
                  <a:tailEnd type="none" w="med" len="med"/>
                </a:ln>
              </p:spPr>
              <p:txBody>
                <a:bodyPr/>
                <a:lstStyle/>
                <a:p>
                  <a:endParaRPr lang="zh-CN" altLang="en-US"/>
                </a:p>
              </p:txBody>
            </p:sp>
          </p:grpSp>
          <p:sp>
            <p:nvSpPr>
              <p:cNvPr id="25645" name="Freeform 46"/>
              <p:cNvSpPr/>
              <p:nvPr/>
            </p:nvSpPr>
            <p:spPr>
              <a:xfrm>
                <a:off x="2609" y="1286"/>
                <a:ext cx="23" cy="22"/>
              </a:xfrm>
              <a:custGeom>
                <a:avLst/>
                <a:gdLst/>
                <a:ahLst/>
                <a:cxnLst>
                  <a:cxn ang="0">
                    <a:pos x="7" y="0"/>
                  </a:cxn>
                  <a:cxn ang="0">
                    <a:pos x="0" y="14"/>
                  </a:cxn>
                  <a:cxn ang="0">
                    <a:pos x="16" y="22"/>
                  </a:cxn>
                  <a:cxn ang="0">
                    <a:pos x="23" y="8"/>
                  </a:cxn>
                  <a:cxn ang="0">
                    <a:pos x="7" y="0"/>
                  </a:cxn>
                </a:cxnLst>
                <a:rect l="0" t="0" r="0" b="0"/>
                <a:pathLst>
                  <a:path w="23" h="22">
                    <a:moveTo>
                      <a:pt x="7" y="0"/>
                    </a:moveTo>
                    <a:lnTo>
                      <a:pt x="0" y="14"/>
                    </a:lnTo>
                    <a:lnTo>
                      <a:pt x="16" y="22"/>
                    </a:lnTo>
                    <a:lnTo>
                      <a:pt x="23" y="8"/>
                    </a:lnTo>
                    <a:lnTo>
                      <a:pt x="7" y="0"/>
                    </a:lnTo>
                    <a:close/>
                  </a:path>
                </a:pathLst>
              </a:custGeom>
              <a:solidFill>
                <a:srgbClr val="919191"/>
              </a:solidFill>
              <a:ln w="9525">
                <a:noFill/>
              </a:ln>
            </p:spPr>
            <p:txBody>
              <a:bodyPr/>
              <a:lstStyle/>
              <a:p>
                <a:endParaRPr lang="zh-CN" altLang="en-US"/>
              </a:p>
            </p:txBody>
          </p:sp>
          <p:grpSp>
            <p:nvGrpSpPr>
              <p:cNvPr id="25646" name="Group 47"/>
              <p:cNvGrpSpPr/>
              <p:nvPr/>
            </p:nvGrpSpPr>
            <p:grpSpPr>
              <a:xfrm>
                <a:off x="2456" y="1201"/>
                <a:ext cx="197" cy="85"/>
                <a:chOff x="2456" y="1201"/>
                <a:chExt cx="197" cy="85"/>
              </a:xfrm>
            </p:grpSpPr>
            <p:sp>
              <p:nvSpPr>
                <p:cNvPr id="25647" name="Line 48"/>
                <p:cNvSpPr/>
                <p:nvPr/>
              </p:nvSpPr>
              <p:spPr>
                <a:xfrm>
                  <a:off x="2459" y="1204"/>
                  <a:ext cx="189" cy="43"/>
                </a:xfrm>
                <a:prstGeom prst="line">
                  <a:avLst/>
                </a:prstGeom>
                <a:ln w="12700" cap="flat" cmpd="sng">
                  <a:solidFill>
                    <a:srgbClr val="919191"/>
                  </a:solidFill>
                  <a:prstDash val="solid"/>
                  <a:round/>
                  <a:headEnd type="none" w="med" len="med"/>
                  <a:tailEnd type="none" w="med" len="med"/>
                </a:ln>
              </p:spPr>
              <p:txBody>
                <a:bodyPr/>
                <a:lstStyle/>
                <a:p>
                  <a:endParaRPr lang="zh-CN" altLang="en-US"/>
                </a:p>
              </p:txBody>
            </p:sp>
            <p:sp>
              <p:nvSpPr>
                <p:cNvPr id="25648" name="Line 49"/>
                <p:cNvSpPr/>
                <p:nvPr/>
              </p:nvSpPr>
              <p:spPr>
                <a:xfrm>
                  <a:off x="2460" y="1242"/>
                  <a:ext cx="188" cy="44"/>
                </a:xfrm>
                <a:prstGeom prst="line">
                  <a:avLst/>
                </a:prstGeom>
                <a:ln w="12700" cap="flat" cmpd="sng">
                  <a:solidFill>
                    <a:srgbClr val="919191"/>
                  </a:solidFill>
                  <a:prstDash val="solid"/>
                  <a:round/>
                  <a:headEnd type="none" w="med" len="med"/>
                  <a:tailEnd type="none" w="med" len="med"/>
                </a:ln>
              </p:spPr>
              <p:txBody>
                <a:bodyPr/>
                <a:lstStyle/>
                <a:p>
                  <a:endParaRPr lang="zh-CN" altLang="en-US"/>
                </a:p>
              </p:txBody>
            </p:sp>
            <p:sp>
              <p:nvSpPr>
                <p:cNvPr id="25649" name="Line 50"/>
                <p:cNvSpPr/>
                <p:nvPr/>
              </p:nvSpPr>
              <p:spPr>
                <a:xfrm>
                  <a:off x="2456" y="1201"/>
                  <a:ext cx="1" cy="34"/>
                </a:xfrm>
                <a:prstGeom prst="line">
                  <a:avLst/>
                </a:prstGeom>
                <a:ln w="12700" cap="flat" cmpd="sng">
                  <a:solidFill>
                    <a:srgbClr val="919191"/>
                  </a:solidFill>
                  <a:prstDash val="solid"/>
                  <a:round/>
                  <a:headEnd type="none" w="med" len="med"/>
                  <a:tailEnd type="none" w="med" len="med"/>
                </a:ln>
              </p:spPr>
              <p:txBody>
                <a:bodyPr/>
                <a:lstStyle/>
                <a:p>
                  <a:endParaRPr lang="zh-CN" altLang="en-US"/>
                </a:p>
              </p:txBody>
            </p:sp>
            <p:sp>
              <p:nvSpPr>
                <p:cNvPr id="25650" name="Line 51"/>
                <p:cNvSpPr/>
                <p:nvPr/>
              </p:nvSpPr>
              <p:spPr>
                <a:xfrm>
                  <a:off x="2652" y="1254"/>
                  <a:ext cx="1" cy="32"/>
                </a:xfrm>
                <a:prstGeom prst="line">
                  <a:avLst/>
                </a:prstGeom>
                <a:ln w="12700" cap="flat" cmpd="sng">
                  <a:solidFill>
                    <a:srgbClr val="919191"/>
                  </a:solidFill>
                  <a:prstDash val="solid"/>
                  <a:round/>
                  <a:headEnd type="none" w="med" len="med"/>
                  <a:tailEnd type="none" w="med" len="med"/>
                </a:ln>
              </p:spPr>
              <p:txBody>
                <a:bodyPr/>
                <a:lstStyle/>
                <a:p>
                  <a:endParaRPr lang="zh-CN" altLang="en-US"/>
                </a:p>
              </p:txBody>
            </p:sp>
          </p:grpSp>
        </p:grpSp>
        <p:sp>
          <p:nvSpPr>
            <p:cNvPr id="25651" name="AutoShape 52"/>
            <p:cNvSpPr/>
            <p:nvPr/>
          </p:nvSpPr>
          <p:spPr>
            <a:xfrm>
              <a:off x="7740" y="3471"/>
              <a:ext cx="1260" cy="402"/>
            </a:xfrm>
            <a:prstGeom prst="flowChartPredefinedProcess">
              <a:avLst/>
            </a:prstGeom>
            <a:solidFill>
              <a:srgbClr val="FFFFFF"/>
            </a:solidFill>
            <a:ln w="9525" cap="flat" cmpd="sng">
              <a:solidFill>
                <a:srgbClr val="000000"/>
              </a:solidFill>
              <a:prstDash val="solid"/>
              <a:miter/>
              <a:headEnd type="none" w="med" len="med"/>
              <a:tailEnd type="none" w="med" len="med"/>
            </a:ln>
          </p:spPr>
          <p:txBody>
            <a:bodyPr lIns="0" tIns="0" rIns="0" bIns="0" anchor="t" anchorCtr="0"/>
            <a:lstStyle/>
            <a:p>
              <a:pPr lvl="0" algn="ctr" latinLnBrk="1"/>
              <a:r>
                <a:rPr lang="zh-CN" altLang="en-US" b="1">
                  <a:solidFill>
                    <a:srgbClr val="D60093"/>
                  </a:solidFill>
                  <a:latin typeface="Times New Roman" panose="02020603050405020304" pitchFamily="18" charset="0"/>
                  <a:ea typeface="宋体" panose="02010600030101010101" pitchFamily="2" charset="-122"/>
                </a:rPr>
                <a:t>应用程序</a:t>
              </a:r>
              <a:endParaRPr lang="zh-CN" altLang="en-US" b="1" dirty="0">
                <a:solidFill>
                  <a:srgbClr val="D60093"/>
                </a:solidFill>
                <a:latin typeface="Gulim" panose="020B0600000101010101" pitchFamily="34" charset="-127"/>
              </a:endParaRPr>
            </a:p>
          </p:txBody>
        </p:sp>
        <p:sp>
          <p:nvSpPr>
            <p:cNvPr id="25652" name="AutoShape 53"/>
            <p:cNvSpPr/>
            <p:nvPr/>
          </p:nvSpPr>
          <p:spPr>
            <a:xfrm>
              <a:off x="7740" y="4563"/>
              <a:ext cx="1260" cy="402"/>
            </a:xfrm>
            <a:prstGeom prst="flowChartPredefinedProcess">
              <a:avLst/>
            </a:prstGeom>
            <a:solidFill>
              <a:srgbClr val="FFFFFF"/>
            </a:solidFill>
            <a:ln w="9525" cap="flat" cmpd="sng">
              <a:solidFill>
                <a:srgbClr val="000000"/>
              </a:solidFill>
              <a:prstDash val="solid"/>
              <a:miter/>
              <a:headEnd type="none" w="med" len="med"/>
              <a:tailEnd type="none" w="med" len="med"/>
            </a:ln>
          </p:spPr>
          <p:txBody>
            <a:bodyPr lIns="0" tIns="0" rIns="0" bIns="0" anchor="t" anchorCtr="0"/>
            <a:lstStyle/>
            <a:p>
              <a:pPr lvl="0" algn="ctr" latinLnBrk="1"/>
              <a:r>
                <a:rPr lang="zh-CN" altLang="en-US" b="1">
                  <a:solidFill>
                    <a:srgbClr val="D60093"/>
                  </a:solidFill>
                  <a:latin typeface="Times New Roman" panose="02020603050405020304" pitchFamily="18" charset="0"/>
                  <a:ea typeface="宋体" panose="02010600030101010101" pitchFamily="2" charset="-122"/>
                </a:rPr>
                <a:t>应用程序</a:t>
              </a:r>
              <a:endParaRPr lang="zh-CN" altLang="en-US" b="1" dirty="0">
                <a:solidFill>
                  <a:srgbClr val="D60093"/>
                </a:solidFill>
                <a:latin typeface="Gulim" panose="020B0600000101010101" pitchFamily="34" charset="-127"/>
              </a:endParaRPr>
            </a:p>
          </p:txBody>
        </p:sp>
      </p:gr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5" name="Rectangle 2"/>
          <p:cNvSpPr>
            <a:spLocks noGrp="1"/>
          </p:cNvSpPr>
          <p:nvPr>
            <p:ph type="title"/>
          </p:nvPr>
        </p:nvSpPr>
        <p:spPr>
          <a:noFill/>
          <a:ln w="9525">
            <a:noFill/>
          </a:ln>
        </p:spPr>
        <p:txBody>
          <a:bodyPr vert="horz" wrap="square" lIns="91440" tIns="45720" rIns="91440" bIns="45720" rtlCol="0" anchor="ctr" anchorCtr="0">
            <a:normAutofit/>
          </a:bodyPr>
          <a:lstStyle/>
          <a:p>
            <a:pPr lvl="0" algn="l" eaLnBrk="1" hangingPunct="1">
              <a:buClrTx/>
              <a:buSzTx/>
              <a:buFontTx/>
            </a:pPr>
            <a:r>
              <a:rPr lang="zh-CN" altLang="en-US" dirty="0">
                <a:sym typeface="+mn-ea"/>
              </a:rPr>
              <a:t>1.4 互联网应用</a:t>
            </a:r>
            <a:r>
              <a:rPr lang="zh-CN" altLang="en-US" dirty="0" smtClean="0">
                <a:sym typeface="+mn-ea"/>
              </a:rPr>
              <a:t>结构（</a:t>
            </a:r>
            <a:r>
              <a:rPr lang="en-US" altLang="zh-CN" dirty="0" smtClean="0">
                <a:sym typeface="+mn-ea"/>
              </a:rPr>
              <a:t>B/S</a:t>
            </a:r>
            <a:r>
              <a:rPr lang="zh-CN" altLang="en-US" dirty="0" smtClean="0">
                <a:sym typeface="+mn-ea"/>
              </a:rPr>
              <a:t>） </a:t>
            </a:r>
            <a:endParaRPr lang="zh-CN" altLang="en-US" dirty="0">
              <a:sym typeface="+mn-ea"/>
            </a:endParaRPr>
          </a:p>
        </p:txBody>
      </p:sp>
      <p:sp>
        <p:nvSpPr>
          <p:cNvPr id="26626" name="Rectangle 3"/>
          <p:cNvSpPr>
            <a:spLocks noGrp="1"/>
          </p:cNvSpPr>
          <p:nvPr>
            <p:ph idx="1"/>
          </p:nvPr>
        </p:nvSpPr>
        <p:spPr>
          <a:xfrm>
            <a:off x="323850" y="4292600"/>
            <a:ext cx="8424863" cy="2084388"/>
          </a:xfrm>
        </p:spPr>
        <p:txBody>
          <a:bodyPr vert="horz" wrap="square" lIns="91440" tIns="45720" rIns="91440" bIns="45720" anchor="t" anchorCtr="0"/>
          <a:lstStyle/>
          <a:p>
            <a:pPr marL="0" indent="0" eaLnBrk="1" hangingPunct="1">
              <a:buNone/>
            </a:pPr>
            <a:r>
              <a:rPr lang="zh-CN" altLang="en-US" sz="2400" dirty="0">
                <a:solidFill>
                  <a:srgbClr val="009900"/>
                </a:solidFill>
                <a:cs typeface="等线" panose="02010600030101010101" charset="-122"/>
              </a:rPr>
              <a:t>优点</a:t>
            </a:r>
            <a:r>
              <a:rPr lang="zh-CN" altLang="en-US" sz="2400" dirty="0" smtClean="0">
                <a:solidFill>
                  <a:srgbClr val="009900"/>
                </a:solidFill>
                <a:cs typeface="等线" panose="02010600030101010101" charset="-122"/>
              </a:rPr>
              <a:t>：不需要安装客户端，直接运行在浏览器中，</a:t>
            </a:r>
            <a:r>
              <a:rPr lang="zh-CN" altLang="en-US" sz="2400" dirty="0">
                <a:solidFill>
                  <a:srgbClr val="009900"/>
                </a:solidFill>
                <a:cs typeface="等线" panose="02010600030101010101" charset="-122"/>
              </a:rPr>
              <a:t>从而减少客户端与服务器端软件配置的不一致以及不同版本应用软件所带来的问题</a:t>
            </a:r>
            <a:r>
              <a:rPr lang="zh-CN" altLang="en-US" sz="2400" dirty="0" smtClean="0">
                <a:solidFill>
                  <a:srgbClr val="009900"/>
                </a:solidFill>
                <a:cs typeface="等线" panose="02010600030101010101" charset="-122"/>
              </a:rPr>
              <a:t>。</a:t>
            </a:r>
            <a:endParaRPr lang="en-US" altLang="zh-CN" sz="2400" dirty="0" smtClean="0">
              <a:solidFill>
                <a:srgbClr val="009900"/>
              </a:solidFill>
              <a:cs typeface="等线" panose="02010600030101010101" charset="-122"/>
            </a:endParaRPr>
          </a:p>
          <a:p>
            <a:pPr marL="0" indent="0" eaLnBrk="1" hangingPunct="1">
              <a:buNone/>
            </a:pPr>
            <a:r>
              <a:rPr lang="zh-CN" altLang="en-US" sz="2400" dirty="0" smtClean="0">
                <a:solidFill>
                  <a:srgbClr val="009900"/>
                </a:solidFill>
                <a:cs typeface="等线" panose="02010600030101010101" charset="-122"/>
              </a:rPr>
              <a:t> 缺点：在速度和安全性方面，仍需要花费巨大的设计成本，这是</a:t>
            </a:r>
            <a:r>
              <a:rPr lang="en-US" altLang="zh-CN" sz="2400" dirty="0" smtClean="0">
                <a:solidFill>
                  <a:srgbClr val="009900"/>
                </a:solidFill>
                <a:cs typeface="等线" panose="02010600030101010101" charset="-122"/>
              </a:rPr>
              <a:t>B/S</a:t>
            </a:r>
            <a:r>
              <a:rPr lang="zh-CN" altLang="en-US" sz="2400" dirty="0" smtClean="0">
                <a:solidFill>
                  <a:srgbClr val="009900"/>
                </a:solidFill>
                <a:cs typeface="等线" panose="02010600030101010101" charset="-122"/>
              </a:rPr>
              <a:t>架构中的最大问题</a:t>
            </a:r>
            <a:endParaRPr lang="zh-CN" altLang="en-US" sz="2400" dirty="0">
              <a:solidFill>
                <a:srgbClr val="009900"/>
              </a:solidFill>
              <a:cs typeface="等线" panose="02010600030101010101" charset="-122"/>
            </a:endParaRPr>
          </a:p>
        </p:txBody>
      </p:sp>
      <p:grpSp>
        <p:nvGrpSpPr>
          <p:cNvPr id="26627" name="Group 4"/>
          <p:cNvGrpSpPr/>
          <p:nvPr/>
        </p:nvGrpSpPr>
        <p:grpSpPr>
          <a:xfrm>
            <a:off x="611188" y="1196975"/>
            <a:ext cx="7632700" cy="2952750"/>
            <a:chOff x="1620" y="1596"/>
            <a:chExt cx="7740" cy="3285"/>
          </a:xfrm>
        </p:grpSpPr>
        <p:sp>
          <p:nvSpPr>
            <p:cNvPr id="26628" name="Text Box 5"/>
            <p:cNvSpPr txBox="1"/>
            <p:nvPr/>
          </p:nvSpPr>
          <p:spPr>
            <a:xfrm>
              <a:off x="7540" y="1597"/>
              <a:ext cx="920" cy="320"/>
            </a:xfrm>
            <a:prstGeom prst="rect">
              <a:avLst/>
            </a:prstGeom>
            <a:noFill/>
            <a:ln w="9525">
              <a:noFill/>
            </a:ln>
          </p:spPr>
          <p:txBody>
            <a:bodyPr lIns="0" tIns="0" rIns="0" bIns="0" anchor="t" anchorCtr="0"/>
            <a:lstStyle/>
            <a:p>
              <a:pPr algn="ctr" latinLnBrk="1"/>
              <a:r>
                <a:rPr lang="zh-CN" altLang="en-US" sz="1600" dirty="0">
                  <a:solidFill>
                    <a:srgbClr val="FF0000"/>
                  </a:solidFill>
                  <a:latin typeface="Times New Roman" panose="02020603050405020304" pitchFamily="18" charset="0"/>
                  <a:ea typeface="宋体" panose="02010600030101010101" pitchFamily="2" charset="-122"/>
                </a:rPr>
                <a:t>客户端</a:t>
              </a:r>
              <a:endParaRPr lang="zh-CN" altLang="en-US" sz="4000" dirty="0">
                <a:solidFill>
                  <a:srgbClr val="FF0000"/>
                </a:solidFill>
                <a:latin typeface="Gulim" panose="020B0600000101010101" pitchFamily="34" charset="-127"/>
                <a:ea typeface="Gulim" panose="020B0600000101010101" pitchFamily="34" charset="-127"/>
              </a:endParaRPr>
            </a:p>
          </p:txBody>
        </p:sp>
        <p:sp>
          <p:nvSpPr>
            <p:cNvPr id="26629" name="AutoShape 6"/>
            <p:cNvSpPr/>
            <p:nvPr/>
          </p:nvSpPr>
          <p:spPr>
            <a:xfrm>
              <a:off x="5037" y="4248"/>
              <a:ext cx="1260" cy="402"/>
            </a:xfrm>
            <a:prstGeom prst="flowChartPredefinedProcess">
              <a:avLst/>
            </a:prstGeom>
            <a:solidFill>
              <a:srgbClr val="FFFFFF"/>
            </a:solidFill>
            <a:ln w="9525" cap="flat" cmpd="sng">
              <a:solidFill>
                <a:srgbClr val="000000"/>
              </a:solidFill>
              <a:prstDash val="solid"/>
              <a:miter/>
              <a:headEnd type="none" w="med" len="med"/>
              <a:tailEnd type="none" w="med" len="med"/>
            </a:ln>
          </p:spPr>
          <p:txBody>
            <a:bodyPr lIns="0" tIns="0" rIns="0" bIns="0" anchor="t" anchorCtr="0"/>
            <a:lstStyle/>
            <a:p>
              <a:pPr algn="ctr" latinLnBrk="1"/>
              <a:r>
                <a:rPr lang="zh-CN" altLang="en-US" sz="1600" b="1" dirty="0">
                  <a:solidFill>
                    <a:srgbClr val="D60093"/>
                  </a:solidFill>
                  <a:latin typeface="Times New Roman" panose="02020603050405020304" pitchFamily="18" charset="0"/>
                  <a:ea typeface="宋体" panose="02010600030101010101" pitchFamily="2" charset="-122"/>
                </a:rPr>
                <a:t>应用程序</a:t>
              </a:r>
              <a:endParaRPr lang="zh-CN" altLang="en-US" sz="4000" b="1" dirty="0">
                <a:solidFill>
                  <a:srgbClr val="D60093"/>
                </a:solidFill>
                <a:latin typeface="Gulim" panose="020B0600000101010101" pitchFamily="34" charset="-127"/>
                <a:ea typeface="Gulim" panose="020B0600000101010101" pitchFamily="34" charset="-127"/>
              </a:endParaRPr>
            </a:p>
          </p:txBody>
        </p:sp>
        <p:sp>
          <p:nvSpPr>
            <p:cNvPr id="26630" name="AutoShape 7"/>
            <p:cNvSpPr/>
            <p:nvPr/>
          </p:nvSpPr>
          <p:spPr>
            <a:xfrm>
              <a:off x="1620" y="3165"/>
              <a:ext cx="975" cy="780"/>
            </a:xfrm>
            <a:prstGeom prst="can">
              <a:avLst>
                <a:gd name="adj" fmla="val 35574"/>
              </a:avLst>
            </a:prstGeom>
            <a:solidFill>
              <a:srgbClr val="FFFFFF"/>
            </a:solidFill>
            <a:ln w="9525" cap="flat" cmpd="sng">
              <a:solidFill>
                <a:srgbClr val="000000"/>
              </a:solidFill>
              <a:prstDash val="solid"/>
              <a:round/>
              <a:headEnd type="none" w="med" len="med"/>
              <a:tailEnd type="none" w="med" len="med"/>
            </a:ln>
          </p:spPr>
          <p:txBody>
            <a:bodyPr anchor="t" anchorCtr="0"/>
            <a:lstStyle/>
            <a:p>
              <a:pPr algn="ctr" latinLnBrk="1"/>
              <a:r>
                <a:rPr lang="zh-CN" altLang="en-US" sz="1600" dirty="0">
                  <a:latin typeface="Times New Roman" panose="02020603050405020304" pitchFamily="18" charset="0"/>
                  <a:ea typeface="宋体" panose="02010600030101010101" pitchFamily="2" charset="-122"/>
                </a:rPr>
                <a:t>数据库</a:t>
              </a:r>
              <a:endParaRPr lang="zh-CN" altLang="en-US" sz="4000" dirty="0">
                <a:latin typeface="Gulim" panose="020B0600000101010101" pitchFamily="34" charset="-127"/>
                <a:ea typeface="Gulim" panose="020B0600000101010101" pitchFamily="34" charset="-127"/>
              </a:endParaRPr>
            </a:p>
          </p:txBody>
        </p:sp>
        <p:sp>
          <p:nvSpPr>
            <p:cNvPr id="26631" name="Text Box 8"/>
            <p:cNvSpPr txBox="1"/>
            <p:nvPr/>
          </p:nvSpPr>
          <p:spPr>
            <a:xfrm>
              <a:off x="2520" y="1596"/>
              <a:ext cx="1485" cy="468"/>
            </a:xfrm>
            <a:prstGeom prst="rect">
              <a:avLst/>
            </a:prstGeom>
            <a:noFill/>
            <a:ln w="9525">
              <a:noFill/>
            </a:ln>
          </p:spPr>
          <p:txBody>
            <a:bodyPr anchor="t" anchorCtr="0"/>
            <a:lstStyle/>
            <a:p>
              <a:pPr algn="just" latinLnBrk="1"/>
              <a:r>
                <a:rPr lang="zh-CN" altLang="en-US" sz="1600" dirty="0">
                  <a:solidFill>
                    <a:srgbClr val="FF0000"/>
                  </a:solidFill>
                  <a:latin typeface="Times New Roman" panose="02020603050405020304" pitchFamily="18" charset="0"/>
                  <a:ea typeface="宋体" panose="02010600030101010101" pitchFamily="2" charset="-122"/>
                </a:rPr>
                <a:t>数据库服务器</a:t>
              </a:r>
              <a:endParaRPr lang="zh-CN" altLang="en-US" sz="4000" dirty="0">
                <a:solidFill>
                  <a:srgbClr val="FF0000"/>
                </a:solidFill>
                <a:latin typeface="Gulim" panose="020B0600000101010101" pitchFamily="34" charset="-127"/>
                <a:ea typeface="Gulim" panose="020B0600000101010101" pitchFamily="34" charset="-127"/>
              </a:endParaRPr>
            </a:p>
          </p:txBody>
        </p:sp>
        <p:sp>
          <p:nvSpPr>
            <p:cNvPr id="26632" name="Line 9"/>
            <p:cNvSpPr/>
            <p:nvPr/>
          </p:nvSpPr>
          <p:spPr>
            <a:xfrm flipH="1">
              <a:off x="6297" y="2541"/>
              <a:ext cx="1263" cy="303"/>
            </a:xfrm>
            <a:prstGeom prst="line">
              <a:avLst/>
            </a:prstGeom>
            <a:ln w="19050" cap="flat" cmpd="sng">
              <a:solidFill>
                <a:srgbClr val="000000"/>
              </a:solidFill>
              <a:prstDash val="solid"/>
              <a:round/>
              <a:headEnd type="none" w="med" len="med"/>
              <a:tailEnd type="none" w="med" len="med"/>
            </a:ln>
          </p:spPr>
        </p:sp>
        <p:sp>
          <p:nvSpPr>
            <p:cNvPr id="26633" name="Line 10"/>
            <p:cNvSpPr/>
            <p:nvPr/>
          </p:nvSpPr>
          <p:spPr>
            <a:xfrm>
              <a:off x="6297" y="3468"/>
              <a:ext cx="1263" cy="945"/>
            </a:xfrm>
            <a:prstGeom prst="line">
              <a:avLst/>
            </a:prstGeom>
            <a:ln w="19050" cap="flat" cmpd="sng">
              <a:solidFill>
                <a:srgbClr val="000000"/>
              </a:solidFill>
              <a:prstDash val="solid"/>
              <a:round/>
              <a:headEnd type="none" w="med" len="med"/>
              <a:tailEnd type="none" w="med" len="med"/>
            </a:ln>
          </p:spPr>
        </p:sp>
        <p:sp>
          <p:nvSpPr>
            <p:cNvPr id="26634" name="Line 11"/>
            <p:cNvSpPr/>
            <p:nvPr/>
          </p:nvSpPr>
          <p:spPr>
            <a:xfrm>
              <a:off x="6297" y="3156"/>
              <a:ext cx="1263" cy="321"/>
            </a:xfrm>
            <a:prstGeom prst="line">
              <a:avLst/>
            </a:prstGeom>
            <a:ln w="19050" cap="flat" cmpd="sng">
              <a:solidFill>
                <a:srgbClr val="000000"/>
              </a:solidFill>
              <a:prstDash val="solid"/>
              <a:round/>
              <a:headEnd type="none" w="med" len="med"/>
              <a:tailEnd type="none" w="med" len="med"/>
            </a:ln>
          </p:spPr>
        </p:sp>
        <p:sp>
          <p:nvSpPr>
            <p:cNvPr id="26635" name="Text Box 12"/>
            <p:cNvSpPr txBox="1"/>
            <p:nvPr/>
          </p:nvSpPr>
          <p:spPr>
            <a:xfrm>
              <a:off x="6660" y="2220"/>
              <a:ext cx="740" cy="320"/>
            </a:xfrm>
            <a:prstGeom prst="rect">
              <a:avLst/>
            </a:prstGeom>
            <a:noFill/>
            <a:ln w="9525">
              <a:noFill/>
            </a:ln>
          </p:spPr>
          <p:txBody>
            <a:bodyPr lIns="0" tIns="0" rIns="0" bIns="0" anchor="t" anchorCtr="0"/>
            <a:lstStyle/>
            <a:p>
              <a:pPr algn="just" latinLnBrk="1"/>
              <a:r>
                <a:rPr lang="zh-CN" altLang="en-US" sz="1400" b="1" dirty="0">
                  <a:latin typeface="Times New Roman" panose="02020603050405020304" pitchFamily="18" charset="0"/>
                  <a:ea typeface="楷体_GB2312" panose="02010609030101010101" pitchFamily="49" charset="-122"/>
                </a:rPr>
                <a:t>页面请求</a:t>
              </a:r>
              <a:endParaRPr lang="zh-CN" altLang="en-US" sz="1400" b="1" dirty="0">
                <a:latin typeface="Gulim" panose="020B0600000101010101" pitchFamily="34" charset="-127"/>
                <a:ea typeface="楷体_GB2312" panose="02010609030101010101" pitchFamily="49" charset="-122"/>
              </a:endParaRPr>
            </a:p>
          </p:txBody>
        </p:sp>
        <p:sp>
          <p:nvSpPr>
            <p:cNvPr id="26636" name="Text Box 13"/>
            <p:cNvSpPr txBox="1"/>
            <p:nvPr/>
          </p:nvSpPr>
          <p:spPr>
            <a:xfrm>
              <a:off x="6840" y="2836"/>
              <a:ext cx="560" cy="320"/>
            </a:xfrm>
            <a:prstGeom prst="rect">
              <a:avLst/>
            </a:prstGeom>
            <a:noFill/>
            <a:ln w="9525">
              <a:noFill/>
            </a:ln>
          </p:spPr>
          <p:txBody>
            <a:bodyPr lIns="0" tIns="0" rIns="0" bIns="0" anchor="t" anchorCtr="0"/>
            <a:lstStyle/>
            <a:p>
              <a:pPr algn="just" latinLnBrk="1"/>
              <a:r>
                <a:rPr lang="zh-CN" altLang="en-US" sz="1400" b="1" dirty="0">
                  <a:latin typeface="Times New Roman" panose="02020603050405020304" pitchFamily="18" charset="0"/>
                  <a:ea typeface="楷体_GB2312" panose="02010609030101010101" pitchFamily="49" charset="-122"/>
                </a:rPr>
                <a:t>页面</a:t>
              </a:r>
            </a:p>
          </p:txBody>
        </p:sp>
        <p:sp>
          <p:nvSpPr>
            <p:cNvPr id="26637" name="Text Box 14"/>
            <p:cNvSpPr txBox="1"/>
            <p:nvPr/>
          </p:nvSpPr>
          <p:spPr>
            <a:xfrm>
              <a:off x="8277" y="1909"/>
              <a:ext cx="920" cy="320"/>
            </a:xfrm>
            <a:prstGeom prst="rect">
              <a:avLst/>
            </a:prstGeom>
            <a:noFill/>
            <a:ln w="9525">
              <a:noFill/>
            </a:ln>
          </p:spPr>
          <p:txBody>
            <a:bodyPr lIns="0" tIns="0" rIns="0" bIns="0" anchor="t" anchorCtr="0"/>
            <a:lstStyle/>
            <a:p>
              <a:pPr algn="ctr" latinLnBrk="1"/>
              <a:r>
                <a:rPr lang="zh-CN" altLang="en-US" sz="1600" b="1" dirty="0">
                  <a:solidFill>
                    <a:srgbClr val="7030A0"/>
                  </a:solidFill>
                  <a:latin typeface="Times New Roman" panose="02020603050405020304" pitchFamily="18" charset="0"/>
                  <a:ea typeface="宋体" panose="02010600030101010101" pitchFamily="2" charset="-122"/>
                </a:rPr>
                <a:t>个人机</a:t>
              </a:r>
              <a:r>
                <a:rPr lang="en-US" altLang="zh-CN" sz="1600" b="1" dirty="0">
                  <a:solidFill>
                    <a:srgbClr val="7030A0"/>
                  </a:solidFill>
                  <a:latin typeface="Times New Roman" panose="02020603050405020304" pitchFamily="18" charset="0"/>
                  <a:ea typeface="宋体" panose="02010600030101010101" pitchFamily="2" charset="-122"/>
                </a:rPr>
                <a:t>1</a:t>
              </a:r>
              <a:endParaRPr lang="en-US" altLang="zh-CN" sz="4000" b="1" dirty="0">
                <a:solidFill>
                  <a:srgbClr val="7030A0"/>
                </a:solidFill>
                <a:latin typeface="Gulim" panose="020B0600000101010101" pitchFamily="34" charset="-127"/>
                <a:ea typeface="Gulim" panose="020B0600000101010101" pitchFamily="34" charset="-127"/>
              </a:endParaRPr>
            </a:p>
          </p:txBody>
        </p:sp>
        <p:sp>
          <p:nvSpPr>
            <p:cNvPr id="26638" name="Text Box 15"/>
            <p:cNvSpPr txBox="1"/>
            <p:nvPr/>
          </p:nvSpPr>
          <p:spPr>
            <a:xfrm>
              <a:off x="8277" y="4093"/>
              <a:ext cx="920" cy="320"/>
            </a:xfrm>
            <a:prstGeom prst="rect">
              <a:avLst/>
            </a:prstGeom>
            <a:noFill/>
            <a:ln w="9525">
              <a:noFill/>
            </a:ln>
          </p:spPr>
          <p:txBody>
            <a:bodyPr lIns="0" tIns="0" rIns="0" bIns="0" anchor="t" anchorCtr="0"/>
            <a:lstStyle/>
            <a:p>
              <a:pPr algn="ctr" latinLnBrk="1"/>
              <a:r>
                <a:rPr lang="zh-CN" altLang="en-US" sz="1600" b="1" dirty="0">
                  <a:solidFill>
                    <a:srgbClr val="7030A0"/>
                  </a:solidFill>
                  <a:latin typeface="Times New Roman" panose="02020603050405020304" pitchFamily="18" charset="0"/>
                  <a:ea typeface="宋体" panose="02010600030101010101" pitchFamily="2" charset="-122"/>
                </a:rPr>
                <a:t>个人机</a:t>
              </a:r>
              <a:r>
                <a:rPr lang="en-US" altLang="zh-CN" sz="1600" b="1" dirty="0">
                  <a:solidFill>
                    <a:srgbClr val="7030A0"/>
                  </a:solidFill>
                  <a:latin typeface="Times New Roman" panose="02020603050405020304" pitchFamily="18" charset="0"/>
                  <a:ea typeface="宋体" panose="02010600030101010101" pitchFamily="2" charset="-122"/>
                </a:rPr>
                <a:t>n</a:t>
              </a:r>
              <a:endParaRPr lang="en-US" altLang="zh-CN" sz="4000" b="1" dirty="0">
                <a:solidFill>
                  <a:srgbClr val="7030A0"/>
                </a:solidFill>
                <a:latin typeface="Gulim" panose="020B0600000101010101" pitchFamily="34" charset="-127"/>
                <a:ea typeface="Gulim" panose="020B0600000101010101" pitchFamily="34" charset="-127"/>
              </a:endParaRPr>
            </a:p>
          </p:txBody>
        </p:sp>
        <p:sp>
          <p:nvSpPr>
            <p:cNvPr id="26639" name="Text Box 16"/>
            <p:cNvSpPr txBox="1"/>
            <p:nvPr/>
          </p:nvSpPr>
          <p:spPr>
            <a:xfrm>
              <a:off x="8277" y="3009"/>
              <a:ext cx="920" cy="320"/>
            </a:xfrm>
            <a:prstGeom prst="rect">
              <a:avLst/>
            </a:prstGeom>
            <a:noFill/>
            <a:ln w="9525">
              <a:noFill/>
            </a:ln>
          </p:spPr>
          <p:txBody>
            <a:bodyPr lIns="0" tIns="0" rIns="0" bIns="0" anchor="t" anchorCtr="0"/>
            <a:lstStyle/>
            <a:p>
              <a:pPr algn="ctr" latinLnBrk="1"/>
              <a:r>
                <a:rPr lang="zh-CN" altLang="en-US" sz="1600" b="1" dirty="0">
                  <a:solidFill>
                    <a:srgbClr val="7030A0"/>
                  </a:solidFill>
                  <a:latin typeface="Times New Roman" panose="02020603050405020304" pitchFamily="18" charset="0"/>
                  <a:ea typeface="宋体" panose="02010600030101010101" pitchFamily="2" charset="-122"/>
                </a:rPr>
                <a:t>个人机</a:t>
              </a:r>
              <a:r>
                <a:rPr lang="en-US" altLang="zh-CN" sz="1600" b="1" dirty="0">
                  <a:solidFill>
                    <a:srgbClr val="7030A0"/>
                  </a:solidFill>
                  <a:latin typeface="Times New Roman" panose="02020603050405020304" pitchFamily="18" charset="0"/>
                  <a:ea typeface="宋体" panose="02010600030101010101" pitchFamily="2" charset="-122"/>
                </a:rPr>
                <a:t>2</a:t>
              </a:r>
              <a:endParaRPr lang="en-US" altLang="zh-CN" sz="4000" b="1" dirty="0">
                <a:solidFill>
                  <a:srgbClr val="7030A0"/>
                </a:solidFill>
                <a:latin typeface="Gulim" panose="020B0600000101010101" pitchFamily="34" charset="-127"/>
                <a:ea typeface="Gulim" panose="020B0600000101010101" pitchFamily="34" charset="-127"/>
              </a:endParaRPr>
            </a:p>
          </p:txBody>
        </p:sp>
        <p:pic>
          <p:nvPicPr>
            <p:cNvPr id="26640" name="Picture 17" descr="tu"/>
            <p:cNvPicPr>
              <a:picLocks noChangeAspect="1"/>
            </p:cNvPicPr>
            <p:nvPr/>
          </p:nvPicPr>
          <p:blipFill>
            <a:blip r:embed="rId2"/>
            <a:stretch>
              <a:fillRect/>
            </a:stretch>
          </p:blipFill>
          <p:spPr>
            <a:xfrm>
              <a:off x="7560" y="1917"/>
              <a:ext cx="793" cy="776"/>
            </a:xfrm>
            <a:prstGeom prst="rect">
              <a:avLst/>
            </a:prstGeom>
            <a:noFill/>
            <a:ln w="9525">
              <a:noFill/>
            </a:ln>
          </p:spPr>
        </p:pic>
        <p:pic>
          <p:nvPicPr>
            <p:cNvPr id="26641" name="Picture 18" descr="tu"/>
            <p:cNvPicPr>
              <a:picLocks noChangeAspect="1"/>
            </p:cNvPicPr>
            <p:nvPr/>
          </p:nvPicPr>
          <p:blipFill>
            <a:blip r:embed="rId2"/>
            <a:stretch>
              <a:fillRect/>
            </a:stretch>
          </p:blipFill>
          <p:spPr>
            <a:xfrm>
              <a:off x="7557" y="4105"/>
              <a:ext cx="793" cy="776"/>
            </a:xfrm>
            <a:prstGeom prst="rect">
              <a:avLst/>
            </a:prstGeom>
            <a:noFill/>
            <a:ln w="9525">
              <a:noFill/>
            </a:ln>
          </p:spPr>
        </p:pic>
        <p:pic>
          <p:nvPicPr>
            <p:cNvPr id="26642" name="Picture 19" descr="tu"/>
            <p:cNvPicPr>
              <a:picLocks noChangeAspect="1"/>
            </p:cNvPicPr>
            <p:nvPr/>
          </p:nvPicPr>
          <p:blipFill>
            <a:blip r:embed="rId2"/>
            <a:stretch>
              <a:fillRect/>
            </a:stretch>
          </p:blipFill>
          <p:spPr>
            <a:xfrm>
              <a:off x="7557" y="3013"/>
              <a:ext cx="793" cy="776"/>
            </a:xfrm>
            <a:prstGeom prst="rect">
              <a:avLst/>
            </a:prstGeom>
            <a:noFill/>
            <a:ln w="9525">
              <a:noFill/>
            </a:ln>
          </p:spPr>
        </p:pic>
        <p:grpSp>
          <p:nvGrpSpPr>
            <p:cNvPr id="26643" name="Group 20"/>
            <p:cNvGrpSpPr/>
            <p:nvPr/>
          </p:nvGrpSpPr>
          <p:grpSpPr>
            <a:xfrm>
              <a:off x="3259" y="2220"/>
              <a:ext cx="701" cy="2245"/>
              <a:chOff x="2734" y="771"/>
              <a:chExt cx="446" cy="1175"/>
            </a:xfrm>
          </p:grpSpPr>
          <p:sp>
            <p:nvSpPr>
              <p:cNvPr id="26644" name="Freeform 21"/>
              <p:cNvSpPr/>
              <p:nvPr/>
            </p:nvSpPr>
            <p:spPr>
              <a:xfrm>
                <a:off x="2734" y="771"/>
                <a:ext cx="446" cy="1175"/>
              </a:xfrm>
              <a:custGeom>
                <a:avLst/>
                <a:gdLst/>
                <a:ahLst/>
                <a:cxnLst>
                  <a:cxn ang="0">
                    <a:pos x="0" y="196"/>
                  </a:cxn>
                  <a:cxn ang="0">
                    <a:pos x="0" y="1175"/>
                  </a:cxn>
                  <a:cxn ang="0">
                    <a:pos x="446" y="897"/>
                  </a:cxn>
                  <a:cxn ang="0">
                    <a:pos x="446" y="0"/>
                  </a:cxn>
                  <a:cxn ang="0">
                    <a:pos x="0" y="196"/>
                  </a:cxn>
                </a:cxnLst>
                <a:rect l="0" t="0" r="0" b="0"/>
                <a:pathLst>
                  <a:path w="446" h="1175">
                    <a:moveTo>
                      <a:pt x="0" y="196"/>
                    </a:moveTo>
                    <a:lnTo>
                      <a:pt x="0" y="1175"/>
                    </a:lnTo>
                    <a:lnTo>
                      <a:pt x="446" y="897"/>
                    </a:lnTo>
                    <a:lnTo>
                      <a:pt x="446" y="0"/>
                    </a:lnTo>
                    <a:lnTo>
                      <a:pt x="0" y="196"/>
                    </a:lnTo>
                    <a:close/>
                  </a:path>
                </a:pathLst>
              </a:custGeom>
              <a:solidFill>
                <a:srgbClr val="CECECE"/>
              </a:solidFill>
              <a:ln w="9525">
                <a:noFill/>
              </a:ln>
            </p:spPr>
            <p:txBody>
              <a:bodyPr/>
              <a:lstStyle/>
              <a:p>
                <a:endParaRPr lang="zh-CN" altLang="en-US"/>
              </a:p>
            </p:txBody>
          </p:sp>
          <p:sp>
            <p:nvSpPr>
              <p:cNvPr id="26645" name="Freeform 22"/>
              <p:cNvSpPr/>
              <p:nvPr/>
            </p:nvSpPr>
            <p:spPr>
              <a:xfrm>
                <a:off x="2734" y="771"/>
                <a:ext cx="446" cy="1175"/>
              </a:xfrm>
              <a:custGeom>
                <a:avLst/>
                <a:gdLst/>
                <a:ahLst/>
                <a:cxnLst>
                  <a:cxn ang="0">
                    <a:pos x="0" y="196"/>
                  </a:cxn>
                  <a:cxn ang="0">
                    <a:pos x="0" y="1175"/>
                  </a:cxn>
                  <a:cxn ang="0">
                    <a:pos x="446" y="897"/>
                  </a:cxn>
                  <a:cxn ang="0">
                    <a:pos x="446" y="0"/>
                  </a:cxn>
                  <a:cxn ang="0">
                    <a:pos x="0" y="196"/>
                  </a:cxn>
                </a:cxnLst>
                <a:rect l="0" t="0" r="0" b="0"/>
                <a:pathLst>
                  <a:path w="446" h="1175">
                    <a:moveTo>
                      <a:pt x="0" y="196"/>
                    </a:moveTo>
                    <a:lnTo>
                      <a:pt x="0" y="1175"/>
                    </a:lnTo>
                    <a:lnTo>
                      <a:pt x="446" y="897"/>
                    </a:lnTo>
                    <a:lnTo>
                      <a:pt x="446" y="0"/>
                    </a:lnTo>
                    <a:lnTo>
                      <a:pt x="0" y="196"/>
                    </a:lnTo>
                  </a:path>
                </a:pathLst>
              </a:custGeom>
              <a:noFill/>
              <a:ln w="12700" cap="flat" cmpd="sng">
                <a:solidFill>
                  <a:srgbClr val="000000"/>
                </a:solidFill>
                <a:prstDash val="solid"/>
                <a:round/>
                <a:headEnd type="none" w="med" len="med"/>
                <a:tailEnd type="none" w="med" len="med"/>
              </a:ln>
            </p:spPr>
            <p:txBody>
              <a:bodyPr/>
              <a:lstStyle/>
              <a:p>
                <a:endParaRPr lang="zh-CN" altLang="en-US"/>
              </a:p>
            </p:txBody>
          </p:sp>
        </p:grpSp>
        <p:grpSp>
          <p:nvGrpSpPr>
            <p:cNvPr id="26646" name="Group 23"/>
            <p:cNvGrpSpPr/>
            <p:nvPr/>
          </p:nvGrpSpPr>
          <p:grpSpPr>
            <a:xfrm>
              <a:off x="2708" y="2436"/>
              <a:ext cx="551" cy="2029"/>
              <a:chOff x="2383" y="884"/>
              <a:chExt cx="351" cy="1062"/>
            </a:xfrm>
          </p:grpSpPr>
          <p:sp>
            <p:nvSpPr>
              <p:cNvPr id="26647" name="Freeform 24"/>
              <p:cNvSpPr/>
              <p:nvPr/>
            </p:nvSpPr>
            <p:spPr>
              <a:xfrm>
                <a:off x="2383" y="884"/>
                <a:ext cx="351" cy="1062"/>
              </a:xfrm>
              <a:custGeom>
                <a:avLst/>
                <a:gdLst/>
                <a:ahLst/>
                <a:cxnLst>
                  <a:cxn ang="0">
                    <a:pos x="351" y="84"/>
                  </a:cxn>
                  <a:cxn ang="0">
                    <a:pos x="351" y="1062"/>
                  </a:cxn>
                  <a:cxn ang="0">
                    <a:pos x="1" y="964"/>
                  </a:cxn>
                  <a:cxn ang="0">
                    <a:pos x="0" y="0"/>
                  </a:cxn>
                  <a:cxn ang="0">
                    <a:pos x="351" y="84"/>
                  </a:cxn>
                </a:cxnLst>
                <a:rect l="0" t="0" r="0" b="0"/>
                <a:pathLst>
                  <a:path w="351" h="1062">
                    <a:moveTo>
                      <a:pt x="351" y="84"/>
                    </a:moveTo>
                    <a:lnTo>
                      <a:pt x="351" y="1062"/>
                    </a:lnTo>
                    <a:lnTo>
                      <a:pt x="1" y="964"/>
                    </a:lnTo>
                    <a:lnTo>
                      <a:pt x="0" y="0"/>
                    </a:lnTo>
                    <a:lnTo>
                      <a:pt x="351" y="84"/>
                    </a:lnTo>
                    <a:close/>
                  </a:path>
                </a:pathLst>
              </a:custGeom>
              <a:solidFill>
                <a:srgbClr val="FFFFFF"/>
              </a:solidFill>
              <a:ln w="9525">
                <a:noFill/>
              </a:ln>
            </p:spPr>
            <p:txBody>
              <a:bodyPr/>
              <a:lstStyle/>
              <a:p>
                <a:endParaRPr lang="zh-CN" altLang="en-US"/>
              </a:p>
            </p:txBody>
          </p:sp>
          <p:sp>
            <p:nvSpPr>
              <p:cNvPr id="26648" name="Freeform 25"/>
              <p:cNvSpPr/>
              <p:nvPr/>
            </p:nvSpPr>
            <p:spPr>
              <a:xfrm>
                <a:off x="2383" y="884"/>
                <a:ext cx="351" cy="1062"/>
              </a:xfrm>
              <a:custGeom>
                <a:avLst/>
                <a:gdLst/>
                <a:ahLst/>
                <a:cxnLst>
                  <a:cxn ang="0">
                    <a:pos x="351" y="84"/>
                  </a:cxn>
                  <a:cxn ang="0">
                    <a:pos x="351" y="1062"/>
                  </a:cxn>
                  <a:cxn ang="0">
                    <a:pos x="1" y="964"/>
                  </a:cxn>
                  <a:cxn ang="0">
                    <a:pos x="0" y="0"/>
                  </a:cxn>
                  <a:cxn ang="0">
                    <a:pos x="351" y="84"/>
                  </a:cxn>
                </a:cxnLst>
                <a:rect l="0" t="0" r="0" b="0"/>
                <a:pathLst>
                  <a:path w="351" h="1062">
                    <a:moveTo>
                      <a:pt x="351" y="84"/>
                    </a:moveTo>
                    <a:lnTo>
                      <a:pt x="351" y="1062"/>
                    </a:lnTo>
                    <a:lnTo>
                      <a:pt x="1" y="964"/>
                    </a:lnTo>
                    <a:lnTo>
                      <a:pt x="0" y="0"/>
                    </a:lnTo>
                    <a:lnTo>
                      <a:pt x="351" y="84"/>
                    </a:lnTo>
                  </a:path>
                </a:pathLst>
              </a:custGeom>
              <a:noFill/>
              <a:ln w="12700" cap="flat" cmpd="sng">
                <a:solidFill>
                  <a:srgbClr val="000000"/>
                </a:solidFill>
                <a:prstDash val="solid"/>
                <a:round/>
                <a:headEnd type="none" w="med" len="med"/>
                <a:tailEnd type="none" w="med" len="med"/>
              </a:ln>
            </p:spPr>
            <p:txBody>
              <a:bodyPr/>
              <a:lstStyle/>
              <a:p>
                <a:endParaRPr lang="zh-CN" altLang="en-US"/>
              </a:p>
            </p:txBody>
          </p:sp>
        </p:grpSp>
        <p:grpSp>
          <p:nvGrpSpPr>
            <p:cNvPr id="26649" name="Group 26"/>
            <p:cNvGrpSpPr/>
            <p:nvPr/>
          </p:nvGrpSpPr>
          <p:grpSpPr>
            <a:xfrm>
              <a:off x="2774" y="2562"/>
              <a:ext cx="397" cy="1800"/>
              <a:chOff x="2425" y="950"/>
              <a:chExt cx="253" cy="942"/>
            </a:xfrm>
          </p:grpSpPr>
          <p:sp>
            <p:nvSpPr>
              <p:cNvPr id="26650" name="Freeform 27"/>
              <p:cNvSpPr/>
              <p:nvPr/>
            </p:nvSpPr>
            <p:spPr>
              <a:xfrm>
                <a:off x="2425" y="950"/>
                <a:ext cx="253" cy="942"/>
              </a:xfrm>
              <a:custGeom>
                <a:avLst/>
                <a:gdLst/>
                <a:ahLst/>
                <a:cxnLst>
                  <a:cxn ang="0">
                    <a:pos x="0" y="9"/>
                  </a:cxn>
                  <a:cxn ang="0">
                    <a:pos x="0" y="871"/>
                  </a:cxn>
                  <a:cxn ang="0">
                    <a:pos x="253" y="942"/>
                  </a:cxn>
                  <a:cxn ang="0">
                    <a:pos x="252" y="64"/>
                  </a:cxn>
                  <a:cxn ang="0">
                    <a:pos x="0" y="0"/>
                  </a:cxn>
                  <a:cxn ang="0">
                    <a:pos x="0" y="9"/>
                  </a:cxn>
                </a:cxnLst>
                <a:rect l="0" t="0" r="0" b="0"/>
                <a:pathLst>
                  <a:path w="253" h="942">
                    <a:moveTo>
                      <a:pt x="0" y="9"/>
                    </a:moveTo>
                    <a:lnTo>
                      <a:pt x="0" y="871"/>
                    </a:lnTo>
                    <a:lnTo>
                      <a:pt x="253" y="942"/>
                    </a:lnTo>
                    <a:lnTo>
                      <a:pt x="252" y="64"/>
                    </a:lnTo>
                    <a:lnTo>
                      <a:pt x="0" y="0"/>
                    </a:lnTo>
                    <a:lnTo>
                      <a:pt x="0" y="9"/>
                    </a:lnTo>
                    <a:close/>
                  </a:path>
                </a:pathLst>
              </a:custGeom>
              <a:solidFill>
                <a:srgbClr val="DADADA"/>
              </a:solidFill>
              <a:ln w="9525">
                <a:noFill/>
              </a:ln>
            </p:spPr>
            <p:txBody>
              <a:bodyPr/>
              <a:lstStyle/>
              <a:p>
                <a:endParaRPr lang="zh-CN" altLang="en-US"/>
              </a:p>
            </p:txBody>
          </p:sp>
          <p:sp>
            <p:nvSpPr>
              <p:cNvPr id="26651" name="Freeform 28"/>
              <p:cNvSpPr/>
              <p:nvPr/>
            </p:nvSpPr>
            <p:spPr>
              <a:xfrm>
                <a:off x="2425" y="950"/>
                <a:ext cx="253" cy="942"/>
              </a:xfrm>
              <a:custGeom>
                <a:avLst/>
                <a:gdLst/>
                <a:ahLst/>
                <a:cxnLst>
                  <a:cxn ang="0">
                    <a:pos x="0" y="9"/>
                  </a:cxn>
                  <a:cxn ang="0">
                    <a:pos x="0" y="871"/>
                  </a:cxn>
                  <a:cxn ang="0">
                    <a:pos x="253" y="942"/>
                  </a:cxn>
                  <a:cxn ang="0">
                    <a:pos x="252" y="64"/>
                  </a:cxn>
                  <a:cxn ang="0">
                    <a:pos x="0" y="0"/>
                  </a:cxn>
                </a:cxnLst>
                <a:rect l="0" t="0" r="0" b="0"/>
                <a:pathLst>
                  <a:path w="253" h="942">
                    <a:moveTo>
                      <a:pt x="0" y="9"/>
                    </a:moveTo>
                    <a:lnTo>
                      <a:pt x="0" y="871"/>
                    </a:lnTo>
                    <a:lnTo>
                      <a:pt x="253" y="942"/>
                    </a:lnTo>
                    <a:lnTo>
                      <a:pt x="252" y="64"/>
                    </a:lnTo>
                    <a:lnTo>
                      <a:pt x="0" y="0"/>
                    </a:lnTo>
                  </a:path>
                </a:pathLst>
              </a:custGeom>
              <a:noFill/>
              <a:ln w="12700" cap="flat" cmpd="sng">
                <a:solidFill>
                  <a:srgbClr val="000000"/>
                </a:solidFill>
                <a:prstDash val="solid"/>
                <a:round/>
                <a:headEnd type="none" w="med" len="med"/>
                <a:tailEnd type="none" w="med" len="med"/>
              </a:ln>
            </p:spPr>
            <p:txBody>
              <a:bodyPr/>
              <a:lstStyle/>
              <a:p>
                <a:endParaRPr lang="zh-CN" altLang="en-US"/>
              </a:p>
            </p:txBody>
          </p:sp>
        </p:grpSp>
        <p:sp>
          <p:nvSpPr>
            <p:cNvPr id="26652" name="Line 29"/>
            <p:cNvSpPr/>
            <p:nvPr/>
          </p:nvSpPr>
          <p:spPr>
            <a:xfrm>
              <a:off x="2780" y="4146"/>
              <a:ext cx="382" cy="115"/>
            </a:xfrm>
            <a:prstGeom prst="line">
              <a:avLst/>
            </a:prstGeom>
            <a:ln w="12700" cap="flat" cmpd="sng">
              <a:solidFill>
                <a:srgbClr val="000000"/>
              </a:solidFill>
              <a:prstDash val="solid"/>
              <a:round/>
              <a:headEnd type="none" w="med" len="med"/>
              <a:tailEnd type="none" w="med" len="med"/>
            </a:ln>
          </p:spPr>
        </p:sp>
        <p:grpSp>
          <p:nvGrpSpPr>
            <p:cNvPr id="26653" name="Group 30"/>
            <p:cNvGrpSpPr/>
            <p:nvPr/>
          </p:nvGrpSpPr>
          <p:grpSpPr>
            <a:xfrm>
              <a:off x="2774" y="2801"/>
              <a:ext cx="397" cy="676"/>
              <a:chOff x="2425" y="1075"/>
              <a:chExt cx="253" cy="354"/>
            </a:xfrm>
          </p:grpSpPr>
          <p:sp>
            <p:nvSpPr>
              <p:cNvPr id="26654" name="Freeform 31"/>
              <p:cNvSpPr/>
              <p:nvPr/>
            </p:nvSpPr>
            <p:spPr>
              <a:xfrm>
                <a:off x="2425" y="1075"/>
                <a:ext cx="253" cy="354"/>
              </a:xfrm>
              <a:custGeom>
                <a:avLst/>
                <a:gdLst/>
                <a:ahLst/>
                <a:cxnLst>
                  <a:cxn ang="0">
                    <a:pos x="1" y="0"/>
                  </a:cxn>
                  <a:cxn ang="0">
                    <a:pos x="253" y="62"/>
                  </a:cxn>
                  <a:cxn ang="0">
                    <a:pos x="253" y="354"/>
                  </a:cxn>
                  <a:cxn ang="0">
                    <a:pos x="0" y="287"/>
                  </a:cxn>
                  <a:cxn ang="0">
                    <a:pos x="1" y="0"/>
                  </a:cxn>
                </a:cxnLst>
                <a:rect l="0" t="0" r="0" b="0"/>
                <a:pathLst>
                  <a:path w="253" h="354">
                    <a:moveTo>
                      <a:pt x="1" y="0"/>
                    </a:moveTo>
                    <a:lnTo>
                      <a:pt x="253" y="62"/>
                    </a:lnTo>
                    <a:lnTo>
                      <a:pt x="253" y="354"/>
                    </a:lnTo>
                    <a:lnTo>
                      <a:pt x="0" y="287"/>
                    </a:lnTo>
                    <a:lnTo>
                      <a:pt x="1" y="0"/>
                    </a:lnTo>
                    <a:close/>
                  </a:path>
                </a:pathLst>
              </a:custGeom>
              <a:solidFill>
                <a:srgbClr val="FFFFFF"/>
              </a:solidFill>
              <a:ln w="9525">
                <a:noFill/>
              </a:ln>
            </p:spPr>
            <p:txBody>
              <a:bodyPr/>
              <a:lstStyle/>
              <a:p>
                <a:endParaRPr lang="zh-CN" altLang="en-US"/>
              </a:p>
            </p:txBody>
          </p:sp>
          <p:sp>
            <p:nvSpPr>
              <p:cNvPr id="26655" name="Freeform 32"/>
              <p:cNvSpPr/>
              <p:nvPr/>
            </p:nvSpPr>
            <p:spPr>
              <a:xfrm>
                <a:off x="2425" y="1075"/>
                <a:ext cx="253" cy="354"/>
              </a:xfrm>
              <a:custGeom>
                <a:avLst/>
                <a:gdLst/>
                <a:ahLst/>
                <a:cxnLst>
                  <a:cxn ang="0">
                    <a:pos x="1" y="0"/>
                  </a:cxn>
                  <a:cxn ang="0">
                    <a:pos x="253" y="62"/>
                  </a:cxn>
                  <a:cxn ang="0">
                    <a:pos x="253" y="354"/>
                  </a:cxn>
                  <a:cxn ang="0">
                    <a:pos x="0" y="287"/>
                  </a:cxn>
                  <a:cxn ang="0">
                    <a:pos x="1" y="0"/>
                  </a:cxn>
                </a:cxnLst>
                <a:rect l="0" t="0" r="0" b="0"/>
                <a:pathLst>
                  <a:path w="253" h="354">
                    <a:moveTo>
                      <a:pt x="1" y="0"/>
                    </a:moveTo>
                    <a:lnTo>
                      <a:pt x="253" y="62"/>
                    </a:lnTo>
                    <a:lnTo>
                      <a:pt x="253" y="354"/>
                    </a:lnTo>
                    <a:lnTo>
                      <a:pt x="0" y="287"/>
                    </a:lnTo>
                    <a:lnTo>
                      <a:pt x="1" y="0"/>
                    </a:lnTo>
                  </a:path>
                </a:pathLst>
              </a:custGeom>
              <a:noFill/>
              <a:ln w="12700" cap="flat" cmpd="sng">
                <a:solidFill>
                  <a:srgbClr val="000000"/>
                </a:solidFill>
                <a:prstDash val="solid"/>
                <a:round/>
                <a:headEnd type="none" w="med" len="med"/>
                <a:tailEnd type="none" w="med" len="med"/>
              </a:ln>
            </p:spPr>
            <p:txBody>
              <a:bodyPr/>
              <a:lstStyle/>
              <a:p>
                <a:endParaRPr lang="zh-CN" altLang="en-US"/>
              </a:p>
            </p:txBody>
          </p:sp>
        </p:grpSp>
        <p:sp>
          <p:nvSpPr>
            <p:cNvPr id="26656" name="Line 33"/>
            <p:cNvSpPr/>
            <p:nvPr/>
          </p:nvSpPr>
          <p:spPr>
            <a:xfrm>
              <a:off x="2785" y="2996"/>
              <a:ext cx="380" cy="95"/>
            </a:xfrm>
            <a:prstGeom prst="line">
              <a:avLst/>
            </a:prstGeom>
            <a:ln w="12700" cap="flat" cmpd="sng">
              <a:solidFill>
                <a:srgbClr val="000000"/>
              </a:solidFill>
              <a:prstDash val="solid"/>
              <a:round/>
              <a:headEnd type="none" w="med" len="med"/>
              <a:tailEnd type="none" w="med" len="med"/>
            </a:ln>
          </p:spPr>
        </p:sp>
        <p:sp>
          <p:nvSpPr>
            <p:cNvPr id="26657" name="Line 34"/>
            <p:cNvSpPr/>
            <p:nvPr/>
          </p:nvSpPr>
          <p:spPr>
            <a:xfrm>
              <a:off x="2785" y="3183"/>
              <a:ext cx="380" cy="115"/>
            </a:xfrm>
            <a:prstGeom prst="line">
              <a:avLst/>
            </a:prstGeom>
            <a:ln w="12700" cap="flat" cmpd="sng">
              <a:solidFill>
                <a:srgbClr val="000000"/>
              </a:solidFill>
              <a:prstDash val="solid"/>
              <a:round/>
              <a:headEnd type="none" w="med" len="med"/>
              <a:tailEnd type="none" w="med" len="med"/>
            </a:ln>
          </p:spPr>
        </p:sp>
        <p:sp>
          <p:nvSpPr>
            <p:cNvPr id="26658" name="Line 35"/>
            <p:cNvSpPr/>
            <p:nvPr/>
          </p:nvSpPr>
          <p:spPr>
            <a:xfrm>
              <a:off x="2834" y="2914"/>
              <a:ext cx="274" cy="67"/>
            </a:xfrm>
            <a:prstGeom prst="line">
              <a:avLst/>
            </a:prstGeom>
            <a:ln w="12700" cap="flat" cmpd="sng">
              <a:solidFill>
                <a:srgbClr val="919191"/>
              </a:solidFill>
              <a:prstDash val="solid"/>
              <a:round/>
              <a:headEnd type="none" w="med" len="med"/>
              <a:tailEnd type="none" w="med" len="med"/>
            </a:ln>
          </p:spPr>
        </p:sp>
        <p:sp>
          <p:nvSpPr>
            <p:cNvPr id="26659" name="Oval 36"/>
            <p:cNvSpPr/>
            <p:nvPr/>
          </p:nvSpPr>
          <p:spPr>
            <a:xfrm>
              <a:off x="2818" y="2650"/>
              <a:ext cx="63" cy="42"/>
            </a:xfrm>
            <a:prstGeom prst="ellipse">
              <a:avLst/>
            </a:prstGeom>
            <a:solidFill>
              <a:srgbClr val="DC0081"/>
            </a:solidFill>
            <a:ln w="9525">
              <a:noFill/>
            </a:ln>
          </p:spPr>
          <p:txBody>
            <a:bodyPr anchor="t" anchorCtr="0"/>
            <a:lstStyle/>
            <a:p>
              <a:pPr algn="r"/>
              <a:endParaRPr lang="zh-CN" altLang="en-US" dirty="0">
                <a:latin typeface="Arial" panose="020B0604020202020204" pitchFamily="34" charset="0"/>
                <a:ea typeface="Gulim" panose="020B0600000101010101" pitchFamily="34" charset="-127"/>
              </a:endParaRPr>
            </a:p>
          </p:txBody>
        </p:sp>
        <p:sp>
          <p:nvSpPr>
            <p:cNvPr id="26660" name="Freeform 37"/>
            <p:cNvSpPr/>
            <p:nvPr/>
          </p:nvSpPr>
          <p:spPr>
            <a:xfrm>
              <a:off x="2893" y="2906"/>
              <a:ext cx="146" cy="90"/>
            </a:xfrm>
            <a:custGeom>
              <a:avLst/>
              <a:gdLst/>
              <a:ahLst/>
              <a:cxnLst>
                <a:cxn ang="0">
                  <a:pos x="0" y="0"/>
                </a:cxn>
                <a:cxn ang="0">
                  <a:pos x="0" y="103"/>
                </a:cxn>
                <a:cxn ang="0">
                  <a:pos x="229" y="172"/>
                </a:cxn>
                <a:cxn ang="0">
                  <a:pos x="229" y="69"/>
                </a:cxn>
                <a:cxn ang="0">
                  <a:pos x="0" y="0"/>
                </a:cxn>
              </a:cxnLst>
              <a:rect l="0" t="0" r="0" b="0"/>
              <a:pathLst>
                <a:path w="93" h="47">
                  <a:moveTo>
                    <a:pt x="0" y="0"/>
                  </a:moveTo>
                  <a:lnTo>
                    <a:pt x="0" y="28"/>
                  </a:lnTo>
                  <a:lnTo>
                    <a:pt x="93" y="47"/>
                  </a:lnTo>
                  <a:lnTo>
                    <a:pt x="93" y="19"/>
                  </a:lnTo>
                  <a:lnTo>
                    <a:pt x="0" y="0"/>
                  </a:lnTo>
                  <a:close/>
                </a:path>
              </a:pathLst>
            </a:custGeom>
            <a:solidFill>
              <a:srgbClr val="A9A9A9"/>
            </a:solidFill>
            <a:ln w="9525">
              <a:noFill/>
            </a:ln>
          </p:spPr>
          <p:txBody>
            <a:bodyPr/>
            <a:lstStyle/>
            <a:p>
              <a:endParaRPr lang="zh-CN" altLang="en-US"/>
            </a:p>
          </p:txBody>
        </p:sp>
        <p:sp>
          <p:nvSpPr>
            <p:cNvPr id="26661" name="Line 38"/>
            <p:cNvSpPr/>
            <p:nvPr/>
          </p:nvSpPr>
          <p:spPr>
            <a:xfrm>
              <a:off x="2780" y="4056"/>
              <a:ext cx="382" cy="111"/>
            </a:xfrm>
            <a:prstGeom prst="line">
              <a:avLst/>
            </a:prstGeom>
            <a:ln w="12700" cap="flat" cmpd="sng">
              <a:solidFill>
                <a:srgbClr val="000000"/>
              </a:solidFill>
              <a:prstDash val="solid"/>
              <a:round/>
              <a:headEnd type="none" w="med" len="med"/>
              <a:tailEnd type="none" w="med" len="med"/>
            </a:ln>
          </p:spPr>
        </p:sp>
        <p:sp>
          <p:nvSpPr>
            <p:cNvPr id="26662" name="Line 39"/>
            <p:cNvSpPr/>
            <p:nvPr/>
          </p:nvSpPr>
          <p:spPr>
            <a:xfrm>
              <a:off x="2780" y="3961"/>
              <a:ext cx="382" cy="116"/>
            </a:xfrm>
            <a:prstGeom prst="line">
              <a:avLst/>
            </a:prstGeom>
            <a:ln w="12700" cap="flat" cmpd="sng">
              <a:solidFill>
                <a:srgbClr val="000000"/>
              </a:solidFill>
              <a:prstDash val="solid"/>
              <a:round/>
              <a:headEnd type="none" w="med" len="med"/>
              <a:tailEnd type="none" w="med" len="med"/>
            </a:ln>
          </p:spPr>
        </p:sp>
        <p:grpSp>
          <p:nvGrpSpPr>
            <p:cNvPr id="26663" name="Group 40"/>
            <p:cNvGrpSpPr/>
            <p:nvPr/>
          </p:nvGrpSpPr>
          <p:grpSpPr>
            <a:xfrm>
              <a:off x="2700" y="2073"/>
              <a:ext cx="1258" cy="529"/>
              <a:chOff x="2378" y="694"/>
              <a:chExt cx="801" cy="277"/>
            </a:xfrm>
          </p:grpSpPr>
          <p:sp>
            <p:nvSpPr>
              <p:cNvPr id="26664" name="Freeform 41"/>
              <p:cNvSpPr/>
              <p:nvPr/>
            </p:nvSpPr>
            <p:spPr>
              <a:xfrm>
                <a:off x="2378" y="694"/>
                <a:ext cx="801" cy="277"/>
              </a:xfrm>
              <a:custGeom>
                <a:avLst/>
                <a:gdLst/>
                <a:ahLst/>
                <a:cxnLst>
                  <a:cxn ang="0">
                    <a:pos x="0" y="190"/>
                  </a:cxn>
                  <a:cxn ang="0">
                    <a:pos x="358" y="277"/>
                  </a:cxn>
                  <a:cxn ang="0">
                    <a:pos x="801" y="78"/>
                  </a:cxn>
                  <a:cxn ang="0">
                    <a:pos x="452" y="0"/>
                  </a:cxn>
                  <a:cxn ang="0">
                    <a:pos x="0" y="190"/>
                  </a:cxn>
                </a:cxnLst>
                <a:rect l="0" t="0" r="0" b="0"/>
                <a:pathLst>
                  <a:path w="801" h="277">
                    <a:moveTo>
                      <a:pt x="0" y="190"/>
                    </a:moveTo>
                    <a:lnTo>
                      <a:pt x="358" y="277"/>
                    </a:lnTo>
                    <a:lnTo>
                      <a:pt x="801" y="78"/>
                    </a:lnTo>
                    <a:lnTo>
                      <a:pt x="452" y="0"/>
                    </a:lnTo>
                    <a:lnTo>
                      <a:pt x="0" y="190"/>
                    </a:lnTo>
                    <a:close/>
                  </a:path>
                </a:pathLst>
              </a:custGeom>
              <a:solidFill>
                <a:srgbClr val="FFFFFF"/>
              </a:solidFill>
              <a:ln w="9525">
                <a:noFill/>
              </a:ln>
            </p:spPr>
            <p:txBody>
              <a:bodyPr/>
              <a:lstStyle/>
              <a:p>
                <a:endParaRPr lang="zh-CN" altLang="en-US"/>
              </a:p>
            </p:txBody>
          </p:sp>
          <p:sp>
            <p:nvSpPr>
              <p:cNvPr id="26665" name="Freeform 42"/>
              <p:cNvSpPr/>
              <p:nvPr/>
            </p:nvSpPr>
            <p:spPr>
              <a:xfrm>
                <a:off x="2378" y="694"/>
                <a:ext cx="801" cy="277"/>
              </a:xfrm>
              <a:custGeom>
                <a:avLst/>
                <a:gdLst/>
                <a:ahLst/>
                <a:cxnLst>
                  <a:cxn ang="0">
                    <a:pos x="0" y="190"/>
                  </a:cxn>
                  <a:cxn ang="0">
                    <a:pos x="358" y="277"/>
                  </a:cxn>
                  <a:cxn ang="0">
                    <a:pos x="801" y="78"/>
                  </a:cxn>
                  <a:cxn ang="0">
                    <a:pos x="452" y="0"/>
                  </a:cxn>
                  <a:cxn ang="0">
                    <a:pos x="0" y="190"/>
                  </a:cxn>
                </a:cxnLst>
                <a:rect l="0" t="0" r="0" b="0"/>
                <a:pathLst>
                  <a:path w="801" h="277">
                    <a:moveTo>
                      <a:pt x="0" y="190"/>
                    </a:moveTo>
                    <a:lnTo>
                      <a:pt x="358" y="277"/>
                    </a:lnTo>
                    <a:lnTo>
                      <a:pt x="801" y="78"/>
                    </a:lnTo>
                    <a:lnTo>
                      <a:pt x="452" y="0"/>
                    </a:lnTo>
                    <a:lnTo>
                      <a:pt x="0" y="190"/>
                    </a:lnTo>
                  </a:path>
                </a:pathLst>
              </a:custGeom>
              <a:noFill/>
              <a:ln w="12700" cap="flat" cmpd="sng">
                <a:solidFill>
                  <a:srgbClr val="000000"/>
                </a:solidFill>
                <a:prstDash val="solid"/>
                <a:round/>
                <a:headEnd type="none" w="med" len="med"/>
                <a:tailEnd type="none" w="med" len="med"/>
              </a:ln>
            </p:spPr>
            <p:txBody>
              <a:bodyPr/>
              <a:lstStyle/>
              <a:p>
                <a:endParaRPr lang="zh-CN" altLang="en-US"/>
              </a:p>
            </p:txBody>
          </p:sp>
        </p:grpSp>
        <p:sp>
          <p:nvSpPr>
            <p:cNvPr id="26666" name="Freeform 43"/>
            <p:cNvSpPr/>
            <p:nvPr/>
          </p:nvSpPr>
          <p:spPr>
            <a:xfrm>
              <a:off x="3063" y="3204"/>
              <a:ext cx="36" cy="42"/>
            </a:xfrm>
            <a:custGeom>
              <a:avLst/>
              <a:gdLst/>
              <a:ahLst/>
              <a:cxnLst>
                <a:cxn ang="0">
                  <a:pos x="17" y="0"/>
                </a:cxn>
                <a:cxn ang="0">
                  <a:pos x="0" y="52"/>
                </a:cxn>
                <a:cxn ang="0">
                  <a:pos x="39" y="80"/>
                </a:cxn>
                <a:cxn ang="0">
                  <a:pos x="56" y="29"/>
                </a:cxn>
                <a:cxn ang="0">
                  <a:pos x="17" y="0"/>
                </a:cxn>
              </a:cxnLst>
              <a:rect l="0" t="0" r="0" b="0"/>
              <a:pathLst>
                <a:path w="23" h="22">
                  <a:moveTo>
                    <a:pt x="7" y="0"/>
                  </a:moveTo>
                  <a:lnTo>
                    <a:pt x="0" y="14"/>
                  </a:lnTo>
                  <a:lnTo>
                    <a:pt x="16" y="22"/>
                  </a:lnTo>
                  <a:lnTo>
                    <a:pt x="23" y="8"/>
                  </a:lnTo>
                  <a:lnTo>
                    <a:pt x="7" y="0"/>
                  </a:lnTo>
                  <a:close/>
                </a:path>
              </a:pathLst>
            </a:custGeom>
            <a:solidFill>
              <a:srgbClr val="919191"/>
            </a:solidFill>
            <a:ln w="9525">
              <a:noFill/>
            </a:ln>
          </p:spPr>
          <p:txBody>
            <a:bodyPr/>
            <a:lstStyle/>
            <a:p>
              <a:endParaRPr lang="zh-CN" altLang="en-US"/>
            </a:p>
          </p:txBody>
        </p:sp>
        <p:grpSp>
          <p:nvGrpSpPr>
            <p:cNvPr id="26667" name="Group 44"/>
            <p:cNvGrpSpPr/>
            <p:nvPr/>
          </p:nvGrpSpPr>
          <p:grpSpPr>
            <a:xfrm>
              <a:off x="2823" y="3042"/>
              <a:ext cx="309" cy="162"/>
              <a:chOff x="2456" y="1201"/>
              <a:chExt cx="197" cy="85"/>
            </a:xfrm>
          </p:grpSpPr>
          <p:sp>
            <p:nvSpPr>
              <p:cNvPr id="26668" name="Line 45"/>
              <p:cNvSpPr/>
              <p:nvPr/>
            </p:nvSpPr>
            <p:spPr>
              <a:xfrm>
                <a:off x="2459" y="1204"/>
                <a:ext cx="189" cy="43"/>
              </a:xfrm>
              <a:prstGeom prst="line">
                <a:avLst/>
              </a:prstGeom>
              <a:ln w="12700" cap="flat" cmpd="sng">
                <a:solidFill>
                  <a:srgbClr val="919191"/>
                </a:solidFill>
                <a:prstDash val="solid"/>
                <a:round/>
                <a:headEnd type="none" w="med" len="med"/>
                <a:tailEnd type="none" w="med" len="med"/>
              </a:ln>
            </p:spPr>
          </p:sp>
          <p:sp>
            <p:nvSpPr>
              <p:cNvPr id="26669" name="Line 46"/>
              <p:cNvSpPr/>
              <p:nvPr/>
            </p:nvSpPr>
            <p:spPr>
              <a:xfrm>
                <a:off x="2460" y="1242"/>
                <a:ext cx="188" cy="44"/>
              </a:xfrm>
              <a:prstGeom prst="line">
                <a:avLst/>
              </a:prstGeom>
              <a:ln w="12700" cap="flat" cmpd="sng">
                <a:solidFill>
                  <a:srgbClr val="919191"/>
                </a:solidFill>
                <a:prstDash val="solid"/>
                <a:round/>
                <a:headEnd type="none" w="med" len="med"/>
                <a:tailEnd type="none" w="med" len="med"/>
              </a:ln>
            </p:spPr>
          </p:sp>
          <p:sp>
            <p:nvSpPr>
              <p:cNvPr id="26670" name="Line 47"/>
              <p:cNvSpPr/>
              <p:nvPr/>
            </p:nvSpPr>
            <p:spPr>
              <a:xfrm>
                <a:off x="2456" y="1201"/>
                <a:ext cx="1" cy="34"/>
              </a:xfrm>
              <a:prstGeom prst="line">
                <a:avLst/>
              </a:prstGeom>
              <a:ln w="12700" cap="flat" cmpd="sng">
                <a:solidFill>
                  <a:srgbClr val="919191"/>
                </a:solidFill>
                <a:prstDash val="solid"/>
                <a:round/>
                <a:headEnd type="none" w="med" len="med"/>
                <a:tailEnd type="none" w="med" len="med"/>
              </a:ln>
            </p:spPr>
          </p:sp>
          <p:sp>
            <p:nvSpPr>
              <p:cNvPr id="26671" name="Line 48"/>
              <p:cNvSpPr/>
              <p:nvPr/>
            </p:nvSpPr>
            <p:spPr>
              <a:xfrm>
                <a:off x="2652" y="1254"/>
                <a:ext cx="1" cy="32"/>
              </a:xfrm>
              <a:prstGeom prst="line">
                <a:avLst/>
              </a:prstGeom>
              <a:ln w="12700" cap="flat" cmpd="sng">
                <a:solidFill>
                  <a:srgbClr val="919191"/>
                </a:solidFill>
                <a:prstDash val="solid"/>
                <a:round/>
                <a:headEnd type="none" w="med" len="med"/>
                <a:tailEnd type="none" w="med" len="med"/>
              </a:ln>
            </p:spPr>
          </p:sp>
        </p:grpSp>
        <p:grpSp>
          <p:nvGrpSpPr>
            <p:cNvPr id="26672" name="Group 49"/>
            <p:cNvGrpSpPr/>
            <p:nvPr/>
          </p:nvGrpSpPr>
          <p:grpSpPr>
            <a:xfrm>
              <a:off x="5217" y="2064"/>
              <a:ext cx="1080" cy="2184"/>
              <a:chOff x="5217" y="2064"/>
              <a:chExt cx="1080" cy="2184"/>
            </a:xfrm>
          </p:grpSpPr>
          <p:grpSp>
            <p:nvGrpSpPr>
              <p:cNvPr id="26673" name="Group 50"/>
              <p:cNvGrpSpPr/>
              <p:nvPr/>
            </p:nvGrpSpPr>
            <p:grpSpPr>
              <a:xfrm>
                <a:off x="5696" y="2198"/>
                <a:ext cx="601" cy="2050"/>
                <a:chOff x="2734" y="771"/>
                <a:chExt cx="446" cy="1175"/>
              </a:xfrm>
            </p:grpSpPr>
            <p:sp>
              <p:nvSpPr>
                <p:cNvPr id="26674" name="Freeform 51"/>
                <p:cNvSpPr/>
                <p:nvPr/>
              </p:nvSpPr>
              <p:spPr>
                <a:xfrm>
                  <a:off x="2734" y="771"/>
                  <a:ext cx="446" cy="1175"/>
                </a:xfrm>
                <a:custGeom>
                  <a:avLst/>
                  <a:gdLst/>
                  <a:ahLst/>
                  <a:cxnLst>
                    <a:cxn ang="0">
                      <a:pos x="0" y="196"/>
                    </a:cxn>
                    <a:cxn ang="0">
                      <a:pos x="0" y="1175"/>
                    </a:cxn>
                    <a:cxn ang="0">
                      <a:pos x="446" y="897"/>
                    </a:cxn>
                    <a:cxn ang="0">
                      <a:pos x="446" y="0"/>
                    </a:cxn>
                    <a:cxn ang="0">
                      <a:pos x="0" y="196"/>
                    </a:cxn>
                  </a:cxnLst>
                  <a:rect l="0" t="0" r="0" b="0"/>
                  <a:pathLst>
                    <a:path w="446" h="1175">
                      <a:moveTo>
                        <a:pt x="0" y="196"/>
                      </a:moveTo>
                      <a:lnTo>
                        <a:pt x="0" y="1175"/>
                      </a:lnTo>
                      <a:lnTo>
                        <a:pt x="446" y="897"/>
                      </a:lnTo>
                      <a:lnTo>
                        <a:pt x="446" y="0"/>
                      </a:lnTo>
                      <a:lnTo>
                        <a:pt x="0" y="196"/>
                      </a:lnTo>
                      <a:close/>
                    </a:path>
                  </a:pathLst>
                </a:custGeom>
                <a:solidFill>
                  <a:srgbClr val="CECECE"/>
                </a:solidFill>
                <a:ln w="9525">
                  <a:noFill/>
                </a:ln>
              </p:spPr>
              <p:txBody>
                <a:bodyPr/>
                <a:lstStyle/>
                <a:p>
                  <a:endParaRPr lang="zh-CN" altLang="en-US"/>
                </a:p>
              </p:txBody>
            </p:sp>
            <p:sp>
              <p:nvSpPr>
                <p:cNvPr id="26675" name="Freeform 52"/>
                <p:cNvSpPr/>
                <p:nvPr/>
              </p:nvSpPr>
              <p:spPr>
                <a:xfrm>
                  <a:off x="2734" y="771"/>
                  <a:ext cx="446" cy="1175"/>
                </a:xfrm>
                <a:custGeom>
                  <a:avLst/>
                  <a:gdLst/>
                  <a:ahLst/>
                  <a:cxnLst>
                    <a:cxn ang="0">
                      <a:pos x="0" y="196"/>
                    </a:cxn>
                    <a:cxn ang="0">
                      <a:pos x="0" y="1175"/>
                    </a:cxn>
                    <a:cxn ang="0">
                      <a:pos x="446" y="897"/>
                    </a:cxn>
                    <a:cxn ang="0">
                      <a:pos x="446" y="0"/>
                    </a:cxn>
                    <a:cxn ang="0">
                      <a:pos x="0" y="196"/>
                    </a:cxn>
                  </a:cxnLst>
                  <a:rect l="0" t="0" r="0" b="0"/>
                  <a:pathLst>
                    <a:path w="446" h="1175">
                      <a:moveTo>
                        <a:pt x="0" y="196"/>
                      </a:moveTo>
                      <a:lnTo>
                        <a:pt x="0" y="1175"/>
                      </a:lnTo>
                      <a:lnTo>
                        <a:pt x="446" y="897"/>
                      </a:lnTo>
                      <a:lnTo>
                        <a:pt x="446" y="0"/>
                      </a:lnTo>
                      <a:lnTo>
                        <a:pt x="0" y="196"/>
                      </a:lnTo>
                    </a:path>
                  </a:pathLst>
                </a:custGeom>
                <a:noFill/>
                <a:ln w="12700" cap="flat" cmpd="sng">
                  <a:solidFill>
                    <a:srgbClr val="000000"/>
                  </a:solidFill>
                  <a:prstDash val="solid"/>
                  <a:round/>
                  <a:headEnd type="none" w="med" len="med"/>
                  <a:tailEnd type="none" w="med" len="med"/>
                </a:ln>
              </p:spPr>
              <p:txBody>
                <a:bodyPr/>
                <a:lstStyle/>
                <a:p>
                  <a:endParaRPr lang="zh-CN" altLang="en-US"/>
                </a:p>
              </p:txBody>
            </p:sp>
          </p:grpSp>
          <p:grpSp>
            <p:nvGrpSpPr>
              <p:cNvPr id="26676" name="Group 53"/>
              <p:cNvGrpSpPr/>
              <p:nvPr/>
            </p:nvGrpSpPr>
            <p:grpSpPr>
              <a:xfrm>
                <a:off x="5224" y="2395"/>
                <a:ext cx="472" cy="1853"/>
                <a:chOff x="2383" y="884"/>
                <a:chExt cx="351" cy="1062"/>
              </a:xfrm>
            </p:grpSpPr>
            <p:sp>
              <p:nvSpPr>
                <p:cNvPr id="26677" name="Freeform 54"/>
                <p:cNvSpPr/>
                <p:nvPr/>
              </p:nvSpPr>
              <p:spPr>
                <a:xfrm>
                  <a:off x="2383" y="884"/>
                  <a:ext cx="351" cy="1062"/>
                </a:xfrm>
                <a:custGeom>
                  <a:avLst/>
                  <a:gdLst/>
                  <a:ahLst/>
                  <a:cxnLst>
                    <a:cxn ang="0">
                      <a:pos x="351" y="84"/>
                    </a:cxn>
                    <a:cxn ang="0">
                      <a:pos x="351" y="1062"/>
                    </a:cxn>
                    <a:cxn ang="0">
                      <a:pos x="1" y="964"/>
                    </a:cxn>
                    <a:cxn ang="0">
                      <a:pos x="0" y="0"/>
                    </a:cxn>
                    <a:cxn ang="0">
                      <a:pos x="351" y="84"/>
                    </a:cxn>
                  </a:cxnLst>
                  <a:rect l="0" t="0" r="0" b="0"/>
                  <a:pathLst>
                    <a:path w="351" h="1062">
                      <a:moveTo>
                        <a:pt x="351" y="84"/>
                      </a:moveTo>
                      <a:lnTo>
                        <a:pt x="351" y="1062"/>
                      </a:lnTo>
                      <a:lnTo>
                        <a:pt x="1" y="964"/>
                      </a:lnTo>
                      <a:lnTo>
                        <a:pt x="0" y="0"/>
                      </a:lnTo>
                      <a:lnTo>
                        <a:pt x="351" y="84"/>
                      </a:lnTo>
                      <a:close/>
                    </a:path>
                  </a:pathLst>
                </a:custGeom>
                <a:solidFill>
                  <a:srgbClr val="FFFFFF"/>
                </a:solidFill>
                <a:ln w="9525">
                  <a:noFill/>
                </a:ln>
              </p:spPr>
              <p:txBody>
                <a:bodyPr/>
                <a:lstStyle/>
                <a:p>
                  <a:endParaRPr lang="zh-CN" altLang="en-US"/>
                </a:p>
              </p:txBody>
            </p:sp>
            <p:sp>
              <p:nvSpPr>
                <p:cNvPr id="26678" name="Freeform 55"/>
                <p:cNvSpPr/>
                <p:nvPr/>
              </p:nvSpPr>
              <p:spPr>
                <a:xfrm>
                  <a:off x="2383" y="884"/>
                  <a:ext cx="351" cy="1062"/>
                </a:xfrm>
                <a:custGeom>
                  <a:avLst/>
                  <a:gdLst/>
                  <a:ahLst/>
                  <a:cxnLst>
                    <a:cxn ang="0">
                      <a:pos x="351" y="84"/>
                    </a:cxn>
                    <a:cxn ang="0">
                      <a:pos x="351" y="1062"/>
                    </a:cxn>
                    <a:cxn ang="0">
                      <a:pos x="1" y="964"/>
                    </a:cxn>
                    <a:cxn ang="0">
                      <a:pos x="0" y="0"/>
                    </a:cxn>
                    <a:cxn ang="0">
                      <a:pos x="351" y="84"/>
                    </a:cxn>
                  </a:cxnLst>
                  <a:rect l="0" t="0" r="0" b="0"/>
                  <a:pathLst>
                    <a:path w="351" h="1062">
                      <a:moveTo>
                        <a:pt x="351" y="84"/>
                      </a:moveTo>
                      <a:lnTo>
                        <a:pt x="351" y="1062"/>
                      </a:lnTo>
                      <a:lnTo>
                        <a:pt x="1" y="964"/>
                      </a:lnTo>
                      <a:lnTo>
                        <a:pt x="0" y="0"/>
                      </a:lnTo>
                      <a:lnTo>
                        <a:pt x="351" y="84"/>
                      </a:lnTo>
                    </a:path>
                  </a:pathLst>
                </a:custGeom>
                <a:noFill/>
                <a:ln w="12700" cap="flat" cmpd="sng">
                  <a:solidFill>
                    <a:srgbClr val="000000"/>
                  </a:solidFill>
                  <a:prstDash val="solid"/>
                  <a:round/>
                  <a:headEnd type="none" w="med" len="med"/>
                  <a:tailEnd type="none" w="med" len="med"/>
                </a:ln>
              </p:spPr>
              <p:txBody>
                <a:bodyPr/>
                <a:lstStyle/>
                <a:p>
                  <a:endParaRPr lang="zh-CN" altLang="en-US"/>
                </a:p>
              </p:txBody>
            </p:sp>
          </p:grpSp>
          <p:grpSp>
            <p:nvGrpSpPr>
              <p:cNvPr id="26679" name="Group 56"/>
              <p:cNvGrpSpPr/>
              <p:nvPr/>
            </p:nvGrpSpPr>
            <p:grpSpPr>
              <a:xfrm>
                <a:off x="5280" y="2511"/>
                <a:ext cx="341" cy="1643"/>
                <a:chOff x="2425" y="950"/>
                <a:chExt cx="253" cy="942"/>
              </a:xfrm>
            </p:grpSpPr>
            <p:sp>
              <p:nvSpPr>
                <p:cNvPr id="26680" name="Freeform 57"/>
                <p:cNvSpPr/>
                <p:nvPr/>
              </p:nvSpPr>
              <p:spPr>
                <a:xfrm>
                  <a:off x="2425" y="950"/>
                  <a:ext cx="253" cy="942"/>
                </a:xfrm>
                <a:custGeom>
                  <a:avLst/>
                  <a:gdLst/>
                  <a:ahLst/>
                  <a:cxnLst>
                    <a:cxn ang="0">
                      <a:pos x="0" y="9"/>
                    </a:cxn>
                    <a:cxn ang="0">
                      <a:pos x="0" y="871"/>
                    </a:cxn>
                    <a:cxn ang="0">
                      <a:pos x="253" y="942"/>
                    </a:cxn>
                    <a:cxn ang="0">
                      <a:pos x="252" y="64"/>
                    </a:cxn>
                    <a:cxn ang="0">
                      <a:pos x="0" y="0"/>
                    </a:cxn>
                    <a:cxn ang="0">
                      <a:pos x="0" y="9"/>
                    </a:cxn>
                  </a:cxnLst>
                  <a:rect l="0" t="0" r="0" b="0"/>
                  <a:pathLst>
                    <a:path w="253" h="942">
                      <a:moveTo>
                        <a:pt x="0" y="9"/>
                      </a:moveTo>
                      <a:lnTo>
                        <a:pt x="0" y="871"/>
                      </a:lnTo>
                      <a:lnTo>
                        <a:pt x="253" y="942"/>
                      </a:lnTo>
                      <a:lnTo>
                        <a:pt x="252" y="64"/>
                      </a:lnTo>
                      <a:lnTo>
                        <a:pt x="0" y="0"/>
                      </a:lnTo>
                      <a:lnTo>
                        <a:pt x="0" y="9"/>
                      </a:lnTo>
                      <a:close/>
                    </a:path>
                  </a:pathLst>
                </a:custGeom>
                <a:solidFill>
                  <a:srgbClr val="DADADA"/>
                </a:solidFill>
                <a:ln w="9525">
                  <a:noFill/>
                </a:ln>
              </p:spPr>
              <p:txBody>
                <a:bodyPr/>
                <a:lstStyle/>
                <a:p>
                  <a:endParaRPr lang="zh-CN" altLang="en-US"/>
                </a:p>
              </p:txBody>
            </p:sp>
            <p:sp>
              <p:nvSpPr>
                <p:cNvPr id="26681" name="Freeform 58"/>
                <p:cNvSpPr/>
                <p:nvPr/>
              </p:nvSpPr>
              <p:spPr>
                <a:xfrm>
                  <a:off x="2425" y="950"/>
                  <a:ext cx="253" cy="942"/>
                </a:xfrm>
                <a:custGeom>
                  <a:avLst/>
                  <a:gdLst/>
                  <a:ahLst/>
                  <a:cxnLst>
                    <a:cxn ang="0">
                      <a:pos x="0" y="9"/>
                    </a:cxn>
                    <a:cxn ang="0">
                      <a:pos x="0" y="871"/>
                    </a:cxn>
                    <a:cxn ang="0">
                      <a:pos x="253" y="942"/>
                    </a:cxn>
                    <a:cxn ang="0">
                      <a:pos x="252" y="64"/>
                    </a:cxn>
                    <a:cxn ang="0">
                      <a:pos x="0" y="0"/>
                    </a:cxn>
                  </a:cxnLst>
                  <a:rect l="0" t="0" r="0" b="0"/>
                  <a:pathLst>
                    <a:path w="253" h="942">
                      <a:moveTo>
                        <a:pt x="0" y="9"/>
                      </a:moveTo>
                      <a:lnTo>
                        <a:pt x="0" y="871"/>
                      </a:lnTo>
                      <a:lnTo>
                        <a:pt x="253" y="942"/>
                      </a:lnTo>
                      <a:lnTo>
                        <a:pt x="252" y="64"/>
                      </a:lnTo>
                      <a:lnTo>
                        <a:pt x="0" y="0"/>
                      </a:lnTo>
                    </a:path>
                  </a:pathLst>
                </a:custGeom>
                <a:noFill/>
                <a:ln w="12700" cap="flat" cmpd="sng">
                  <a:solidFill>
                    <a:srgbClr val="000000"/>
                  </a:solidFill>
                  <a:prstDash val="solid"/>
                  <a:round/>
                  <a:headEnd type="none" w="med" len="med"/>
                  <a:tailEnd type="none" w="med" len="med"/>
                </a:ln>
              </p:spPr>
              <p:txBody>
                <a:bodyPr/>
                <a:lstStyle/>
                <a:p>
                  <a:endParaRPr lang="zh-CN" altLang="en-US"/>
                </a:p>
              </p:txBody>
            </p:sp>
          </p:grpSp>
          <p:sp>
            <p:nvSpPr>
              <p:cNvPr id="26682" name="Line 59"/>
              <p:cNvSpPr/>
              <p:nvPr/>
            </p:nvSpPr>
            <p:spPr>
              <a:xfrm>
                <a:off x="5286" y="3957"/>
                <a:ext cx="327" cy="104"/>
              </a:xfrm>
              <a:prstGeom prst="line">
                <a:avLst/>
              </a:prstGeom>
              <a:ln w="12700" cap="flat" cmpd="sng">
                <a:solidFill>
                  <a:srgbClr val="000000"/>
                </a:solidFill>
                <a:prstDash val="solid"/>
                <a:round/>
                <a:headEnd type="none" w="med" len="med"/>
                <a:tailEnd type="none" w="med" len="med"/>
              </a:ln>
            </p:spPr>
          </p:sp>
          <p:grpSp>
            <p:nvGrpSpPr>
              <p:cNvPr id="26683" name="Group 60"/>
              <p:cNvGrpSpPr/>
              <p:nvPr/>
            </p:nvGrpSpPr>
            <p:grpSpPr>
              <a:xfrm>
                <a:off x="5280" y="2729"/>
                <a:ext cx="341" cy="617"/>
                <a:chOff x="2425" y="1075"/>
                <a:chExt cx="253" cy="354"/>
              </a:xfrm>
            </p:grpSpPr>
            <p:sp>
              <p:nvSpPr>
                <p:cNvPr id="26684" name="Freeform 61"/>
                <p:cNvSpPr/>
                <p:nvPr/>
              </p:nvSpPr>
              <p:spPr>
                <a:xfrm>
                  <a:off x="2425" y="1075"/>
                  <a:ext cx="253" cy="354"/>
                </a:xfrm>
                <a:custGeom>
                  <a:avLst/>
                  <a:gdLst/>
                  <a:ahLst/>
                  <a:cxnLst>
                    <a:cxn ang="0">
                      <a:pos x="1" y="0"/>
                    </a:cxn>
                    <a:cxn ang="0">
                      <a:pos x="253" y="62"/>
                    </a:cxn>
                    <a:cxn ang="0">
                      <a:pos x="253" y="354"/>
                    </a:cxn>
                    <a:cxn ang="0">
                      <a:pos x="0" y="287"/>
                    </a:cxn>
                    <a:cxn ang="0">
                      <a:pos x="1" y="0"/>
                    </a:cxn>
                  </a:cxnLst>
                  <a:rect l="0" t="0" r="0" b="0"/>
                  <a:pathLst>
                    <a:path w="253" h="354">
                      <a:moveTo>
                        <a:pt x="1" y="0"/>
                      </a:moveTo>
                      <a:lnTo>
                        <a:pt x="253" y="62"/>
                      </a:lnTo>
                      <a:lnTo>
                        <a:pt x="253" y="354"/>
                      </a:lnTo>
                      <a:lnTo>
                        <a:pt x="0" y="287"/>
                      </a:lnTo>
                      <a:lnTo>
                        <a:pt x="1" y="0"/>
                      </a:lnTo>
                      <a:close/>
                    </a:path>
                  </a:pathLst>
                </a:custGeom>
                <a:solidFill>
                  <a:srgbClr val="FFFFFF"/>
                </a:solidFill>
                <a:ln w="9525">
                  <a:noFill/>
                </a:ln>
              </p:spPr>
              <p:txBody>
                <a:bodyPr/>
                <a:lstStyle/>
                <a:p>
                  <a:endParaRPr lang="zh-CN" altLang="en-US"/>
                </a:p>
              </p:txBody>
            </p:sp>
            <p:sp>
              <p:nvSpPr>
                <p:cNvPr id="26685" name="Freeform 62"/>
                <p:cNvSpPr/>
                <p:nvPr/>
              </p:nvSpPr>
              <p:spPr>
                <a:xfrm>
                  <a:off x="2425" y="1075"/>
                  <a:ext cx="253" cy="354"/>
                </a:xfrm>
                <a:custGeom>
                  <a:avLst/>
                  <a:gdLst/>
                  <a:ahLst/>
                  <a:cxnLst>
                    <a:cxn ang="0">
                      <a:pos x="1" y="0"/>
                    </a:cxn>
                    <a:cxn ang="0">
                      <a:pos x="253" y="62"/>
                    </a:cxn>
                    <a:cxn ang="0">
                      <a:pos x="253" y="354"/>
                    </a:cxn>
                    <a:cxn ang="0">
                      <a:pos x="0" y="287"/>
                    </a:cxn>
                    <a:cxn ang="0">
                      <a:pos x="1" y="0"/>
                    </a:cxn>
                  </a:cxnLst>
                  <a:rect l="0" t="0" r="0" b="0"/>
                  <a:pathLst>
                    <a:path w="253" h="354">
                      <a:moveTo>
                        <a:pt x="1" y="0"/>
                      </a:moveTo>
                      <a:lnTo>
                        <a:pt x="253" y="62"/>
                      </a:lnTo>
                      <a:lnTo>
                        <a:pt x="253" y="354"/>
                      </a:lnTo>
                      <a:lnTo>
                        <a:pt x="0" y="287"/>
                      </a:lnTo>
                      <a:lnTo>
                        <a:pt x="1" y="0"/>
                      </a:lnTo>
                    </a:path>
                  </a:pathLst>
                </a:custGeom>
                <a:noFill/>
                <a:ln w="12700" cap="flat" cmpd="sng">
                  <a:solidFill>
                    <a:srgbClr val="000000"/>
                  </a:solidFill>
                  <a:prstDash val="solid"/>
                  <a:round/>
                  <a:headEnd type="none" w="med" len="med"/>
                  <a:tailEnd type="none" w="med" len="med"/>
                </a:ln>
              </p:spPr>
              <p:txBody>
                <a:bodyPr/>
                <a:lstStyle/>
                <a:p>
                  <a:endParaRPr lang="zh-CN" altLang="en-US"/>
                </a:p>
              </p:txBody>
            </p:sp>
          </p:grpSp>
          <p:sp>
            <p:nvSpPr>
              <p:cNvPr id="26686" name="Line 63"/>
              <p:cNvSpPr/>
              <p:nvPr/>
            </p:nvSpPr>
            <p:spPr>
              <a:xfrm>
                <a:off x="5290" y="2907"/>
                <a:ext cx="326" cy="87"/>
              </a:xfrm>
              <a:prstGeom prst="line">
                <a:avLst/>
              </a:prstGeom>
              <a:ln w="12700" cap="flat" cmpd="sng">
                <a:solidFill>
                  <a:srgbClr val="000000"/>
                </a:solidFill>
                <a:prstDash val="solid"/>
                <a:round/>
                <a:headEnd type="none" w="med" len="med"/>
                <a:tailEnd type="none" w="med" len="med"/>
              </a:ln>
            </p:spPr>
          </p:sp>
          <p:sp>
            <p:nvSpPr>
              <p:cNvPr id="26687" name="Line 64"/>
              <p:cNvSpPr/>
              <p:nvPr/>
            </p:nvSpPr>
            <p:spPr>
              <a:xfrm>
                <a:off x="5290" y="3078"/>
                <a:ext cx="326" cy="104"/>
              </a:xfrm>
              <a:prstGeom prst="line">
                <a:avLst/>
              </a:prstGeom>
              <a:ln w="12700" cap="flat" cmpd="sng">
                <a:solidFill>
                  <a:srgbClr val="000000"/>
                </a:solidFill>
                <a:prstDash val="solid"/>
                <a:round/>
                <a:headEnd type="none" w="med" len="med"/>
                <a:tailEnd type="none" w="med" len="med"/>
              </a:ln>
            </p:spPr>
          </p:sp>
          <p:sp>
            <p:nvSpPr>
              <p:cNvPr id="26688" name="Line 65"/>
              <p:cNvSpPr/>
              <p:nvPr/>
            </p:nvSpPr>
            <p:spPr>
              <a:xfrm>
                <a:off x="5331" y="2832"/>
                <a:ext cx="236" cy="61"/>
              </a:xfrm>
              <a:prstGeom prst="line">
                <a:avLst/>
              </a:prstGeom>
              <a:ln w="12700" cap="flat" cmpd="sng">
                <a:solidFill>
                  <a:srgbClr val="919191"/>
                </a:solidFill>
                <a:prstDash val="solid"/>
                <a:round/>
                <a:headEnd type="none" w="med" len="med"/>
                <a:tailEnd type="none" w="med" len="med"/>
              </a:ln>
            </p:spPr>
          </p:sp>
          <p:sp>
            <p:nvSpPr>
              <p:cNvPr id="26689" name="Oval 66"/>
              <p:cNvSpPr/>
              <p:nvPr/>
            </p:nvSpPr>
            <p:spPr>
              <a:xfrm>
                <a:off x="5318" y="2591"/>
                <a:ext cx="54" cy="38"/>
              </a:xfrm>
              <a:prstGeom prst="ellipse">
                <a:avLst/>
              </a:prstGeom>
              <a:solidFill>
                <a:srgbClr val="DC0081"/>
              </a:solidFill>
              <a:ln w="9525">
                <a:noFill/>
              </a:ln>
            </p:spPr>
            <p:txBody>
              <a:bodyPr anchor="t" anchorCtr="0"/>
              <a:lstStyle/>
              <a:p>
                <a:pPr algn="r"/>
                <a:endParaRPr lang="zh-CN" altLang="en-US" dirty="0">
                  <a:latin typeface="Arial" panose="020B0604020202020204" pitchFamily="34" charset="0"/>
                  <a:ea typeface="Gulim" panose="020B0600000101010101" pitchFamily="34" charset="-127"/>
                </a:endParaRPr>
              </a:p>
            </p:txBody>
          </p:sp>
          <p:sp>
            <p:nvSpPr>
              <p:cNvPr id="26690" name="Freeform 67"/>
              <p:cNvSpPr/>
              <p:nvPr/>
            </p:nvSpPr>
            <p:spPr>
              <a:xfrm>
                <a:off x="5383" y="2825"/>
                <a:ext cx="125" cy="82"/>
              </a:xfrm>
              <a:custGeom>
                <a:avLst/>
                <a:gdLst/>
                <a:ahLst/>
                <a:cxnLst>
                  <a:cxn ang="0">
                    <a:pos x="0" y="0"/>
                  </a:cxn>
                  <a:cxn ang="0">
                    <a:pos x="0" y="85"/>
                  </a:cxn>
                  <a:cxn ang="0">
                    <a:pos x="168" y="143"/>
                  </a:cxn>
                  <a:cxn ang="0">
                    <a:pos x="168" y="58"/>
                  </a:cxn>
                  <a:cxn ang="0">
                    <a:pos x="0" y="0"/>
                  </a:cxn>
                </a:cxnLst>
                <a:rect l="0" t="0" r="0" b="0"/>
                <a:pathLst>
                  <a:path w="93" h="47">
                    <a:moveTo>
                      <a:pt x="0" y="0"/>
                    </a:moveTo>
                    <a:lnTo>
                      <a:pt x="0" y="28"/>
                    </a:lnTo>
                    <a:lnTo>
                      <a:pt x="93" y="47"/>
                    </a:lnTo>
                    <a:lnTo>
                      <a:pt x="93" y="19"/>
                    </a:lnTo>
                    <a:lnTo>
                      <a:pt x="0" y="0"/>
                    </a:lnTo>
                    <a:close/>
                  </a:path>
                </a:pathLst>
              </a:custGeom>
              <a:solidFill>
                <a:srgbClr val="A9A9A9"/>
              </a:solidFill>
              <a:ln w="9525">
                <a:noFill/>
              </a:ln>
            </p:spPr>
            <p:txBody>
              <a:bodyPr/>
              <a:lstStyle/>
              <a:p>
                <a:endParaRPr lang="zh-CN" altLang="en-US"/>
              </a:p>
            </p:txBody>
          </p:sp>
          <p:sp>
            <p:nvSpPr>
              <p:cNvPr id="26691" name="Line 68"/>
              <p:cNvSpPr/>
              <p:nvPr/>
            </p:nvSpPr>
            <p:spPr>
              <a:xfrm>
                <a:off x="5286" y="3875"/>
                <a:ext cx="327" cy="101"/>
              </a:xfrm>
              <a:prstGeom prst="line">
                <a:avLst/>
              </a:prstGeom>
              <a:ln w="12700" cap="flat" cmpd="sng">
                <a:solidFill>
                  <a:srgbClr val="000000"/>
                </a:solidFill>
                <a:prstDash val="solid"/>
                <a:round/>
                <a:headEnd type="none" w="med" len="med"/>
                <a:tailEnd type="none" w="med" len="med"/>
              </a:ln>
            </p:spPr>
          </p:sp>
          <p:sp>
            <p:nvSpPr>
              <p:cNvPr id="26692" name="Line 69"/>
              <p:cNvSpPr/>
              <p:nvPr/>
            </p:nvSpPr>
            <p:spPr>
              <a:xfrm>
                <a:off x="5286" y="3787"/>
                <a:ext cx="327" cy="107"/>
              </a:xfrm>
              <a:prstGeom prst="line">
                <a:avLst/>
              </a:prstGeom>
              <a:ln w="12700" cap="flat" cmpd="sng">
                <a:solidFill>
                  <a:srgbClr val="000000"/>
                </a:solidFill>
                <a:prstDash val="solid"/>
                <a:round/>
                <a:headEnd type="none" w="med" len="med"/>
                <a:tailEnd type="none" w="med" len="med"/>
              </a:ln>
            </p:spPr>
          </p:sp>
          <p:grpSp>
            <p:nvGrpSpPr>
              <p:cNvPr id="26693" name="Group 70"/>
              <p:cNvGrpSpPr/>
              <p:nvPr/>
            </p:nvGrpSpPr>
            <p:grpSpPr>
              <a:xfrm>
                <a:off x="5217" y="2064"/>
                <a:ext cx="1079" cy="483"/>
                <a:chOff x="2378" y="694"/>
                <a:chExt cx="801" cy="277"/>
              </a:xfrm>
            </p:grpSpPr>
            <p:sp>
              <p:nvSpPr>
                <p:cNvPr id="26694" name="Freeform 71"/>
                <p:cNvSpPr/>
                <p:nvPr/>
              </p:nvSpPr>
              <p:spPr>
                <a:xfrm>
                  <a:off x="2378" y="694"/>
                  <a:ext cx="801" cy="277"/>
                </a:xfrm>
                <a:custGeom>
                  <a:avLst/>
                  <a:gdLst/>
                  <a:ahLst/>
                  <a:cxnLst>
                    <a:cxn ang="0">
                      <a:pos x="0" y="190"/>
                    </a:cxn>
                    <a:cxn ang="0">
                      <a:pos x="358" y="277"/>
                    </a:cxn>
                    <a:cxn ang="0">
                      <a:pos x="801" y="78"/>
                    </a:cxn>
                    <a:cxn ang="0">
                      <a:pos x="452" y="0"/>
                    </a:cxn>
                    <a:cxn ang="0">
                      <a:pos x="0" y="190"/>
                    </a:cxn>
                  </a:cxnLst>
                  <a:rect l="0" t="0" r="0" b="0"/>
                  <a:pathLst>
                    <a:path w="801" h="277">
                      <a:moveTo>
                        <a:pt x="0" y="190"/>
                      </a:moveTo>
                      <a:lnTo>
                        <a:pt x="358" y="277"/>
                      </a:lnTo>
                      <a:lnTo>
                        <a:pt x="801" y="78"/>
                      </a:lnTo>
                      <a:lnTo>
                        <a:pt x="452" y="0"/>
                      </a:lnTo>
                      <a:lnTo>
                        <a:pt x="0" y="190"/>
                      </a:lnTo>
                      <a:close/>
                    </a:path>
                  </a:pathLst>
                </a:custGeom>
                <a:solidFill>
                  <a:srgbClr val="FFFFFF"/>
                </a:solidFill>
                <a:ln w="9525">
                  <a:noFill/>
                </a:ln>
              </p:spPr>
              <p:txBody>
                <a:bodyPr/>
                <a:lstStyle/>
                <a:p>
                  <a:endParaRPr lang="zh-CN" altLang="en-US"/>
                </a:p>
              </p:txBody>
            </p:sp>
            <p:sp>
              <p:nvSpPr>
                <p:cNvPr id="26695" name="Freeform 72"/>
                <p:cNvSpPr/>
                <p:nvPr/>
              </p:nvSpPr>
              <p:spPr>
                <a:xfrm>
                  <a:off x="2378" y="694"/>
                  <a:ext cx="801" cy="277"/>
                </a:xfrm>
                <a:custGeom>
                  <a:avLst/>
                  <a:gdLst/>
                  <a:ahLst/>
                  <a:cxnLst>
                    <a:cxn ang="0">
                      <a:pos x="0" y="190"/>
                    </a:cxn>
                    <a:cxn ang="0">
                      <a:pos x="358" y="277"/>
                    </a:cxn>
                    <a:cxn ang="0">
                      <a:pos x="801" y="78"/>
                    </a:cxn>
                    <a:cxn ang="0">
                      <a:pos x="452" y="0"/>
                    </a:cxn>
                    <a:cxn ang="0">
                      <a:pos x="0" y="190"/>
                    </a:cxn>
                  </a:cxnLst>
                  <a:rect l="0" t="0" r="0" b="0"/>
                  <a:pathLst>
                    <a:path w="801" h="277">
                      <a:moveTo>
                        <a:pt x="0" y="190"/>
                      </a:moveTo>
                      <a:lnTo>
                        <a:pt x="358" y="277"/>
                      </a:lnTo>
                      <a:lnTo>
                        <a:pt x="801" y="78"/>
                      </a:lnTo>
                      <a:lnTo>
                        <a:pt x="452" y="0"/>
                      </a:lnTo>
                      <a:lnTo>
                        <a:pt x="0" y="190"/>
                      </a:lnTo>
                    </a:path>
                  </a:pathLst>
                </a:custGeom>
                <a:noFill/>
                <a:ln w="12700" cap="flat" cmpd="sng">
                  <a:solidFill>
                    <a:srgbClr val="000000"/>
                  </a:solidFill>
                  <a:prstDash val="solid"/>
                  <a:round/>
                  <a:headEnd type="none" w="med" len="med"/>
                  <a:tailEnd type="none" w="med" len="med"/>
                </a:ln>
              </p:spPr>
              <p:txBody>
                <a:bodyPr/>
                <a:lstStyle/>
                <a:p>
                  <a:endParaRPr lang="zh-CN" altLang="en-US"/>
                </a:p>
              </p:txBody>
            </p:sp>
          </p:grpSp>
          <p:sp>
            <p:nvSpPr>
              <p:cNvPr id="26696" name="Freeform 73"/>
              <p:cNvSpPr/>
              <p:nvPr/>
            </p:nvSpPr>
            <p:spPr>
              <a:xfrm>
                <a:off x="5528" y="3097"/>
                <a:ext cx="31" cy="38"/>
              </a:xfrm>
              <a:custGeom>
                <a:avLst/>
                <a:gdLst/>
                <a:ahLst/>
                <a:cxnLst>
                  <a:cxn ang="0">
                    <a:pos x="12" y="0"/>
                  </a:cxn>
                  <a:cxn ang="0">
                    <a:pos x="0" y="41"/>
                  </a:cxn>
                  <a:cxn ang="0">
                    <a:pos x="30" y="66"/>
                  </a:cxn>
                  <a:cxn ang="0">
                    <a:pos x="42" y="24"/>
                  </a:cxn>
                  <a:cxn ang="0">
                    <a:pos x="12" y="0"/>
                  </a:cxn>
                </a:cxnLst>
                <a:rect l="0" t="0" r="0" b="0"/>
                <a:pathLst>
                  <a:path w="23" h="22">
                    <a:moveTo>
                      <a:pt x="7" y="0"/>
                    </a:moveTo>
                    <a:lnTo>
                      <a:pt x="0" y="14"/>
                    </a:lnTo>
                    <a:lnTo>
                      <a:pt x="16" y="22"/>
                    </a:lnTo>
                    <a:lnTo>
                      <a:pt x="23" y="8"/>
                    </a:lnTo>
                    <a:lnTo>
                      <a:pt x="7" y="0"/>
                    </a:lnTo>
                    <a:close/>
                  </a:path>
                </a:pathLst>
              </a:custGeom>
              <a:solidFill>
                <a:srgbClr val="919191"/>
              </a:solidFill>
              <a:ln w="9525">
                <a:noFill/>
              </a:ln>
            </p:spPr>
            <p:txBody>
              <a:bodyPr/>
              <a:lstStyle/>
              <a:p>
                <a:endParaRPr lang="zh-CN" altLang="en-US"/>
              </a:p>
            </p:txBody>
          </p:sp>
          <p:grpSp>
            <p:nvGrpSpPr>
              <p:cNvPr id="26697" name="Group 74"/>
              <p:cNvGrpSpPr/>
              <p:nvPr/>
            </p:nvGrpSpPr>
            <p:grpSpPr>
              <a:xfrm>
                <a:off x="5322" y="2948"/>
                <a:ext cx="265" cy="149"/>
                <a:chOff x="2456" y="1201"/>
                <a:chExt cx="197" cy="85"/>
              </a:xfrm>
            </p:grpSpPr>
            <p:sp>
              <p:nvSpPr>
                <p:cNvPr id="26698" name="Line 75"/>
                <p:cNvSpPr/>
                <p:nvPr/>
              </p:nvSpPr>
              <p:spPr>
                <a:xfrm>
                  <a:off x="2459" y="1204"/>
                  <a:ext cx="189" cy="43"/>
                </a:xfrm>
                <a:prstGeom prst="line">
                  <a:avLst/>
                </a:prstGeom>
                <a:ln w="12700" cap="flat" cmpd="sng">
                  <a:solidFill>
                    <a:srgbClr val="919191"/>
                  </a:solidFill>
                  <a:prstDash val="solid"/>
                  <a:round/>
                  <a:headEnd type="none" w="med" len="med"/>
                  <a:tailEnd type="none" w="med" len="med"/>
                </a:ln>
              </p:spPr>
            </p:sp>
            <p:sp>
              <p:nvSpPr>
                <p:cNvPr id="26699" name="Line 76"/>
                <p:cNvSpPr/>
                <p:nvPr/>
              </p:nvSpPr>
              <p:spPr>
                <a:xfrm>
                  <a:off x="2460" y="1242"/>
                  <a:ext cx="188" cy="44"/>
                </a:xfrm>
                <a:prstGeom prst="line">
                  <a:avLst/>
                </a:prstGeom>
                <a:ln w="12700" cap="flat" cmpd="sng">
                  <a:solidFill>
                    <a:srgbClr val="919191"/>
                  </a:solidFill>
                  <a:prstDash val="solid"/>
                  <a:round/>
                  <a:headEnd type="none" w="med" len="med"/>
                  <a:tailEnd type="none" w="med" len="med"/>
                </a:ln>
              </p:spPr>
            </p:sp>
            <p:sp>
              <p:nvSpPr>
                <p:cNvPr id="26700" name="Line 77"/>
                <p:cNvSpPr/>
                <p:nvPr/>
              </p:nvSpPr>
              <p:spPr>
                <a:xfrm>
                  <a:off x="2456" y="1201"/>
                  <a:ext cx="1" cy="34"/>
                </a:xfrm>
                <a:prstGeom prst="line">
                  <a:avLst/>
                </a:prstGeom>
                <a:ln w="12700" cap="flat" cmpd="sng">
                  <a:solidFill>
                    <a:srgbClr val="919191"/>
                  </a:solidFill>
                  <a:prstDash val="solid"/>
                  <a:round/>
                  <a:headEnd type="none" w="med" len="med"/>
                  <a:tailEnd type="none" w="med" len="med"/>
                </a:ln>
              </p:spPr>
            </p:sp>
            <p:sp>
              <p:nvSpPr>
                <p:cNvPr id="26701" name="Line 78"/>
                <p:cNvSpPr/>
                <p:nvPr/>
              </p:nvSpPr>
              <p:spPr>
                <a:xfrm>
                  <a:off x="2652" y="1254"/>
                  <a:ext cx="1" cy="32"/>
                </a:xfrm>
                <a:prstGeom prst="line">
                  <a:avLst/>
                </a:prstGeom>
                <a:ln w="12700" cap="flat" cmpd="sng">
                  <a:solidFill>
                    <a:srgbClr val="919191"/>
                  </a:solidFill>
                  <a:prstDash val="solid"/>
                  <a:round/>
                  <a:headEnd type="none" w="med" len="med"/>
                  <a:tailEnd type="none" w="med" len="med"/>
                </a:ln>
              </p:spPr>
            </p:sp>
          </p:grpSp>
        </p:grpSp>
        <p:sp>
          <p:nvSpPr>
            <p:cNvPr id="26702" name="Line 79"/>
            <p:cNvSpPr/>
            <p:nvPr/>
          </p:nvSpPr>
          <p:spPr>
            <a:xfrm flipH="1">
              <a:off x="3960" y="2844"/>
              <a:ext cx="720" cy="0"/>
            </a:xfrm>
            <a:prstGeom prst="line">
              <a:avLst/>
            </a:prstGeom>
            <a:ln w="9525" cap="flat" cmpd="sng">
              <a:solidFill>
                <a:srgbClr val="000000"/>
              </a:solidFill>
              <a:prstDash val="solid"/>
              <a:round/>
              <a:headEnd type="none" w="med" len="med"/>
              <a:tailEnd type="triangle" w="med" len="med"/>
            </a:ln>
          </p:spPr>
        </p:sp>
        <p:sp>
          <p:nvSpPr>
            <p:cNvPr id="26703" name="Text Box 80"/>
            <p:cNvSpPr txBox="1"/>
            <p:nvPr/>
          </p:nvSpPr>
          <p:spPr>
            <a:xfrm>
              <a:off x="4323" y="2532"/>
              <a:ext cx="897" cy="320"/>
            </a:xfrm>
            <a:prstGeom prst="rect">
              <a:avLst/>
            </a:prstGeom>
            <a:noFill/>
            <a:ln w="9525">
              <a:noFill/>
            </a:ln>
          </p:spPr>
          <p:txBody>
            <a:bodyPr lIns="0" tIns="0" rIns="0" bIns="0" anchor="t" anchorCtr="0"/>
            <a:lstStyle/>
            <a:p>
              <a:pPr algn="just" latinLnBrk="1"/>
              <a:r>
                <a:rPr lang="zh-CN" altLang="en-US" sz="1600" b="1" dirty="0">
                  <a:latin typeface="Times New Roman" panose="02020603050405020304" pitchFamily="18" charset="0"/>
                  <a:ea typeface="宋体" panose="02010600030101010101" pitchFamily="2" charset="-122"/>
                </a:rPr>
                <a:t>数据请求</a:t>
              </a:r>
              <a:endParaRPr lang="zh-CN" altLang="en-US" sz="4000" b="1" dirty="0">
                <a:latin typeface="Gulim" panose="020B0600000101010101" pitchFamily="34" charset="-127"/>
                <a:ea typeface="Gulim" panose="020B0600000101010101" pitchFamily="34" charset="-127"/>
              </a:endParaRPr>
            </a:p>
          </p:txBody>
        </p:sp>
        <p:sp>
          <p:nvSpPr>
            <p:cNvPr id="26704" name="Text Box 81"/>
            <p:cNvSpPr txBox="1"/>
            <p:nvPr/>
          </p:nvSpPr>
          <p:spPr>
            <a:xfrm>
              <a:off x="4497" y="3156"/>
              <a:ext cx="560" cy="320"/>
            </a:xfrm>
            <a:prstGeom prst="rect">
              <a:avLst/>
            </a:prstGeom>
            <a:noFill/>
            <a:ln w="9525">
              <a:noFill/>
            </a:ln>
          </p:spPr>
          <p:txBody>
            <a:bodyPr lIns="0" tIns="0" rIns="0" bIns="0" anchor="t" anchorCtr="0"/>
            <a:lstStyle/>
            <a:p>
              <a:pPr algn="just" latinLnBrk="1"/>
              <a:r>
                <a:rPr lang="zh-CN" altLang="en-US" sz="1600" b="1" dirty="0">
                  <a:latin typeface="Times New Roman" panose="02020603050405020304" pitchFamily="18" charset="0"/>
                  <a:ea typeface="宋体" panose="02010600030101010101" pitchFamily="2" charset="-122"/>
                </a:rPr>
                <a:t>结果</a:t>
              </a:r>
              <a:endParaRPr lang="zh-CN" altLang="en-US" sz="4000" b="1" dirty="0">
                <a:latin typeface="Gulim" panose="020B0600000101010101" pitchFamily="34" charset="-127"/>
                <a:ea typeface="Gulim" panose="020B0600000101010101" pitchFamily="34" charset="-127"/>
              </a:endParaRPr>
            </a:p>
          </p:txBody>
        </p:sp>
        <p:sp>
          <p:nvSpPr>
            <p:cNvPr id="26705" name="Line 82"/>
            <p:cNvSpPr/>
            <p:nvPr/>
          </p:nvSpPr>
          <p:spPr>
            <a:xfrm>
              <a:off x="4497" y="3156"/>
              <a:ext cx="720" cy="0"/>
            </a:xfrm>
            <a:prstGeom prst="line">
              <a:avLst/>
            </a:prstGeom>
            <a:ln w="9525" cap="flat" cmpd="sng">
              <a:solidFill>
                <a:srgbClr val="000000"/>
              </a:solidFill>
              <a:prstDash val="solid"/>
              <a:round/>
              <a:headEnd type="none" w="med" len="med"/>
              <a:tailEnd type="triangle" w="med" len="med"/>
            </a:ln>
          </p:spPr>
        </p:sp>
        <p:sp>
          <p:nvSpPr>
            <p:cNvPr id="26706" name="Line 83"/>
            <p:cNvSpPr/>
            <p:nvPr/>
          </p:nvSpPr>
          <p:spPr>
            <a:xfrm>
              <a:off x="3960" y="3000"/>
              <a:ext cx="1257" cy="0"/>
            </a:xfrm>
            <a:prstGeom prst="line">
              <a:avLst/>
            </a:prstGeom>
            <a:ln w="19050" cap="flat" cmpd="sng">
              <a:solidFill>
                <a:srgbClr val="000000"/>
              </a:solidFill>
              <a:prstDash val="solid"/>
              <a:round/>
              <a:headEnd type="none" w="med" len="med"/>
              <a:tailEnd type="none" w="med" len="med"/>
            </a:ln>
          </p:spPr>
        </p:sp>
        <p:sp>
          <p:nvSpPr>
            <p:cNvPr id="26707" name="Text Box 84"/>
            <p:cNvSpPr txBox="1"/>
            <p:nvPr/>
          </p:nvSpPr>
          <p:spPr>
            <a:xfrm>
              <a:off x="5217" y="1596"/>
              <a:ext cx="1260" cy="468"/>
            </a:xfrm>
            <a:prstGeom prst="rect">
              <a:avLst/>
            </a:prstGeom>
            <a:noFill/>
            <a:ln w="9525">
              <a:noFill/>
            </a:ln>
          </p:spPr>
          <p:txBody>
            <a:bodyPr anchor="t" anchorCtr="0"/>
            <a:lstStyle/>
            <a:p>
              <a:pPr algn="just" latinLnBrk="1"/>
              <a:r>
                <a:rPr lang="en-US" altLang="zh-CN" sz="1600" dirty="0">
                  <a:solidFill>
                    <a:srgbClr val="FF0000"/>
                  </a:solidFill>
                  <a:latin typeface="Times New Roman" panose="02020603050405020304" pitchFamily="18" charset="0"/>
                  <a:ea typeface="宋体" panose="02010600030101010101" pitchFamily="2" charset="-122"/>
                </a:rPr>
                <a:t>Web</a:t>
              </a:r>
              <a:r>
                <a:rPr lang="zh-CN" altLang="en-US" sz="1600" dirty="0">
                  <a:solidFill>
                    <a:srgbClr val="FF0000"/>
                  </a:solidFill>
                  <a:latin typeface="Times New Roman" panose="02020603050405020304" pitchFamily="18" charset="0"/>
                  <a:ea typeface="宋体" panose="02010600030101010101" pitchFamily="2" charset="-122"/>
                </a:rPr>
                <a:t>服务器</a:t>
              </a:r>
              <a:endParaRPr lang="zh-CN" altLang="en-US" sz="4000" dirty="0">
                <a:solidFill>
                  <a:srgbClr val="FF0000"/>
                </a:solidFill>
                <a:latin typeface="Gulim" panose="020B0600000101010101" pitchFamily="34" charset="-127"/>
                <a:ea typeface="Gulim" panose="020B0600000101010101" pitchFamily="34" charset="-127"/>
              </a:endParaRPr>
            </a:p>
          </p:txBody>
        </p:sp>
        <p:sp>
          <p:nvSpPr>
            <p:cNvPr id="26708" name="Line 85"/>
            <p:cNvSpPr/>
            <p:nvPr/>
          </p:nvSpPr>
          <p:spPr>
            <a:xfrm flipH="1">
              <a:off x="6480" y="2532"/>
              <a:ext cx="720" cy="156"/>
            </a:xfrm>
            <a:prstGeom prst="line">
              <a:avLst/>
            </a:prstGeom>
            <a:ln w="9525" cap="flat" cmpd="sng">
              <a:solidFill>
                <a:srgbClr val="000000"/>
              </a:solidFill>
              <a:prstDash val="solid"/>
              <a:round/>
              <a:headEnd type="none" w="med" len="med"/>
              <a:tailEnd type="triangle" w="med" len="med"/>
            </a:ln>
          </p:spPr>
        </p:sp>
        <p:sp>
          <p:nvSpPr>
            <p:cNvPr id="26709" name="Line 86"/>
            <p:cNvSpPr/>
            <p:nvPr/>
          </p:nvSpPr>
          <p:spPr>
            <a:xfrm flipV="1">
              <a:off x="6660" y="2697"/>
              <a:ext cx="720" cy="156"/>
            </a:xfrm>
            <a:prstGeom prst="line">
              <a:avLst/>
            </a:prstGeom>
            <a:ln w="9525" cap="flat" cmpd="sng">
              <a:solidFill>
                <a:srgbClr val="000000"/>
              </a:solidFill>
              <a:prstDash val="solid"/>
              <a:round/>
              <a:headEnd type="none" w="med" len="med"/>
              <a:tailEnd type="triangle" w="med" len="med"/>
            </a:ln>
          </p:spPr>
        </p:sp>
        <p:sp>
          <p:nvSpPr>
            <p:cNvPr id="26710" name="Text Box 87"/>
            <p:cNvSpPr txBox="1"/>
            <p:nvPr/>
          </p:nvSpPr>
          <p:spPr>
            <a:xfrm>
              <a:off x="8460" y="2229"/>
              <a:ext cx="900" cy="468"/>
            </a:xfrm>
            <a:prstGeom prst="rect">
              <a:avLst/>
            </a:prstGeom>
            <a:solidFill>
              <a:srgbClr val="FFFFFF"/>
            </a:solidFill>
            <a:ln w="9525" cap="flat" cmpd="sng">
              <a:solidFill>
                <a:srgbClr val="000000"/>
              </a:solidFill>
              <a:prstDash val="solid"/>
              <a:miter/>
              <a:headEnd type="none" w="med" len="med"/>
              <a:tailEnd type="none" w="med" len="med"/>
            </a:ln>
          </p:spPr>
          <p:txBody>
            <a:bodyPr anchor="t" anchorCtr="0"/>
            <a:lstStyle/>
            <a:p>
              <a:pPr algn="just" latinLnBrk="1"/>
              <a:r>
                <a:rPr lang="zh-CN" altLang="en-US" sz="1600" b="1" dirty="0">
                  <a:solidFill>
                    <a:srgbClr val="FF66CC"/>
                  </a:solidFill>
                  <a:latin typeface="Times New Roman" panose="02020603050405020304" pitchFamily="18" charset="0"/>
                  <a:ea typeface="宋体" panose="02010600030101010101" pitchFamily="2" charset="-122"/>
                </a:rPr>
                <a:t>浏览器</a:t>
              </a:r>
              <a:endParaRPr lang="zh-CN" altLang="en-US" sz="4000" b="1" dirty="0">
                <a:solidFill>
                  <a:srgbClr val="FF66CC"/>
                </a:solidFill>
                <a:latin typeface="Gulim" panose="020B0600000101010101" pitchFamily="34" charset="-127"/>
                <a:ea typeface="Gulim" panose="020B0600000101010101" pitchFamily="34" charset="-127"/>
              </a:endParaRPr>
            </a:p>
          </p:txBody>
        </p:sp>
        <p:sp>
          <p:nvSpPr>
            <p:cNvPr id="26711" name="Text Box 88"/>
            <p:cNvSpPr txBox="1"/>
            <p:nvPr/>
          </p:nvSpPr>
          <p:spPr>
            <a:xfrm>
              <a:off x="8460" y="3321"/>
              <a:ext cx="900" cy="468"/>
            </a:xfrm>
            <a:prstGeom prst="rect">
              <a:avLst/>
            </a:prstGeom>
            <a:solidFill>
              <a:srgbClr val="FFFFFF"/>
            </a:solidFill>
            <a:ln w="9525" cap="flat" cmpd="sng">
              <a:solidFill>
                <a:srgbClr val="000000"/>
              </a:solidFill>
              <a:prstDash val="solid"/>
              <a:miter/>
              <a:headEnd type="none" w="med" len="med"/>
              <a:tailEnd type="none" w="med" len="med"/>
            </a:ln>
          </p:spPr>
          <p:txBody>
            <a:bodyPr anchor="t" anchorCtr="0"/>
            <a:lstStyle/>
            <a:p>
              <a:pPr algn="just" latinLnBrk="1"/>
              <a:r>
                <a:rPr lang="zh-CN" altLang="en-US" sz="1600" b="1" dirty="0">
                  <a:solidFill>
                    <a:srgbClr val="FF66CC"/>
                  </a:solidFill>
                  <a:latin typeface="Times New Roman" panose="02020603050405020304" pitchFamily="18" charset="0"/>
                  <a:ea typeface="宋体" panose="02010600030101010101" pitchFamily="2" charset="-122"/>
                </a:rPr>
                <a:t>浏览器</a:t>
              </a:r>
              <a:endParaRPr lang="zh-CN" altLang="en-US" sz="4000" b="1" dirty="0">
                <a:solidFill>
                  <a:srgbClr val="FF66CC"/>
                </a:solidFill>
                <a:latin typeface="Gulim" panose="020B0600000101010101" pitchFamily="34" charset="-127"/>
                <a:ea typeface="Gulim" panose="020B0600000101010101" pitchFamily="34" charset="-127"/>
              </a:endParaRPr>
            </a:p>
          </p:txBody>
        </p:sp>
        <p:sp>
          <p:nvSpPr>
            <p:cNvPr id="26712" name="Text Box 89"/>
            <p:cNvSpPr txBox="1"/>
            <p:nvPr/>
          </p:nvSpPr>
          <p:spPr>
            <a:xfrm>
              <a:off x="8460" y="4413"/>
              <a:ext cx="900" cy="468"/>
            </a:xfrm>
            <a:prstGeom prst="rect">
              <a:avLst/>
            </a:prstGeom>
            <a:solidFill>
              <a:srgbClr val="FFFFFF"/>
            </a:solidFill>
            <a:ln w="9525" cap="flat" cmpd="sng">
              <a:solidFill>
                <a:srgbClr val="000000"/>
              </a:solidFill>
              <a:prstDash val="solid"/>
              <a:miter/>
              <a:headEnd type="none" w="med" len="med"/>
              <a:tailEnd type="none" w="med" len="med"/>
            </a:ln>
          </p:spPr>
          <p:txBody>
            <a:bodyPr anchor="t" anchorCtr="0"/>
            <a:lstStyle/>
            <a:p>
              <a:pPr algn="just" latinLnBrk="1"/>
              <a:r>
                <a:rPr lang="zh-CN" altLang="en-US" sz="1600" b="1" dirty="0">
                  <a:solidFill>
                    <a:srgbClr val="FF66CC"/>
                  </a:solidFill>
                  <a:latin typeface="Times New Roman" panose="02020603050405020304" pitchFamily="18" charset="0"/>
                  <a:ea typeface="宋体" panose="02010600030101010101" pitchFamily="2" charset="-122"/>
                </a:rPr>
                <a:t>浏览器</a:t>
              </a:r>
              <a:endParaRPr lang="zh-CN" altLang="en-US" sz="4000" b="1" dirty="0">
                <a:solidFill>
                  <a:srgbClr val="FF66CC"/>
                </a:solidFill>
                <a:latin typeface="Gulim" panose="020B0600000101010101" pitchFamily="34" charset="-127"/>
                <a:ea typeface="Gulim" panose="020B0600000101010101" pitchFamily="34" charset="-127"/>
              </a:endParaRPr>
            </a:p>
          </p:txBody>
        </p:sp>
      </p:gr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971600" y="116632"/>
            <a:ext cx="6781800" cy="685800"/>
          </a:xfrm>
        </p:spPr>
        <p:txBody>
          <a:bodyPr/>
          <a:lstStyle/>
          <a:p>
            <a:pPr algn="ctr"/>
            <a:r>
              <a:rPr lang="zh-CN" altLang="en-US" dirty="0" smtClean="0"/>
              <a:t>本周课后作业</a:t>
            </a:r>
            <a:endParaRPr lang="zh-CN" altLang="en-US" dirty="0"/>
          </a:p>
        </p:txBody>
      </p:sp>
      <p:sp>
        <p:nvSpPr>
          <p:cNvPr id="3" name="内容占位符 2"/>
          <p:cNvSpPr>
            <a:spLocks noGrp="1"/>
          </p:cNvSpPr>
          <p:nvPr>
            <p:ph idx="1"/>
          </p:nvPr>
        </p:nvSpPr>
        <p:spPr/>
        <p:txBody>
          <a:bodyPr/>
          <a:lstStyle/>
          <a:p>
            <a:pPr marL="0" indent="0" algn="ctr">
              <a:buNone/>
            </a:pPr>
            <a:r>
              <a:rPr lang="zh-CN" altLang="en-US" sz="4400" b="0" dirty="0" smtClean="0">
                <a:latin typeface="宋体" pitchFamily="2" charset="-122"/>
                <a:ea typeface="宋体" pitchFamily="2" charset="-122"/>
              </a:rPr>
              <a:t>安装软件</a:t>
            </a:r>
            <a:endParaRPr lang="en-US" altLang="zh-CN" sz="4400" b="0" dirty="0" smtClean="0">
              <a:latin typeface="宋体" pitchFamily="2" charset="-122"/>
              <a:ea typeface="宋体" pitchFamily="2" charset="-122"/>
            </a:endParaRPr>
          </a:p>
          <a:p>
            <a:pPr marL="0" indent="0">
              <a:buNone/>
            </a:pPr>
            <a:r>
              <a:rPr lang="en-US" altLang="zh-CN" sz="4400" b="0" dirty="0" smtClean="0">
                <a:latin typeface="宋体" pitchFamily="2" charset="-122"/>
                <a:ea typeface="宋体" pitchFamily="2" charset="-122"/>
              </a:rPr>
              <a:t>  SQL Server   </a:t>
            </a:r>
            <a:r>
              <a:rPr lang="zh-CN" altLang="en-US" sz="4400" b="0" dirty="0" smtClean="0">
                <a:latin typeface="宋体" pitchFamily="2" charset="-122"/>
                <a:ea typeface="宋体" pitchFamily="2" charset="-122"/>
              </a:rPr>
              <a:t>版本不限</a:t>
            </a:r>
            <a:endParaRPr lang="en-US" altLang="zh-CN" sz="4400" b="0" dirty="0" smtClean="0">
              <a:latin typeface="宋体" pitchFamily="2" charset="-122"/>
              <a:ea typeface="宋体" pitchFamily="2" charset="-122"/>
            </a:endParaRPr>
          </a:p>
          <a:p>
            <a:pPr marL="0" indent="0">
              <a:buNone/>
            </a:pPr>
            <a:r>
              <a:rPr lang="zh-CN" altLang="en-US" sz="4400" b="0" dirty="0" smtClean="0">
                <a:latin typeface="宋体" pitchFamily="2" charset="-122"/>
                <a:ea typeface="宋体" pitchFamily="2" charset="-122"/>
              </a:rPr>
              <a:t>（</a:t>
            </a:r>
            <a:r>
              <a:rPr lang="en-US" altLang="zh-CN" sz="4400" b="0" dirty="0" smtClean="0">
                <a:latin typeface="宋体" pitchFamily="2" charset="-122"/>
                <a:ea typeface="宋体" pitchFamily="2" charset="-122"/>
              </a:rPr>
              <a:t>SQL Server 2016</a:t>
            </a:r>
            <a:r>
              <a:rPr lang="zh-CN" altLang="en-US" sz="4400" b="0" smtClean="0">
                <a:latin typeface="宋体" pitchFamily="2" charset="-122"/>
                <a:ea typeface="宋体" pitchFamily="2" charset="-122"/>
              </a:rPr>
              <a:t>安装包发</a:t>
            </a:r>
            <a:r>
              <a:rPr lang="zh-CN" altLang="en-US" sz="4400" b="0" dirty="0" smtClean="0">
                <a:latin typeface="宋体" pitchFamily="2" charset="-122"/>
                <a:ea typeface="宋体" pitchFamily="2" charset="-122"/>
              </a:rPr>
              <a:t>班级</a:t>
            </a:r>
            <a:r>
              <a:rPr lang="en-US" altLang="zh-CN" sz="4400" b="0" dirty="0" smtClean="0">
                <a:latin typeface="宋体" pitchFamily="2" charset="-122"/>
                <a:ea typeface="宋体" pitchFamily="2" charset="-122"/>
              </a:rPr>
              <a:t>QQ</a:t>
            </a:r>
            <a:r>
              <a:rPr lang="zh-CN" altLang="en-US" sz="4400" b="0" dirty="0" smtClean="0">
                <a:latin typeface="宋体" pitchFamily="2" charset="-122"/>
                <a:ea typeface="宋体" pitchFamily="2" charset="-122"/>
              </a:rPr>
              <a:t>群中）</a:t>
            </a:r>
            <a:endParaRPr lang="en-US" altLang="zh-CN" sz="4400" b="0" dirty="0" smtClean="0">
              <a:latin typeface="宋体" pitchFamily="2" charset="-122"/>
              <a:ea typeface="宋体" pitchFamily="2" charset="-122"/>
            </a:endParaRPr>
          </a:p>
          <a:p>
            <a:pPr marL="0" indent="0">
              <a:buNone/>
            </a:pPr>
            <a:r>
              <a:rPr lang="en-US" altLang="zh-CN" sz="4400" b="0" dirty="0">
                <a:latin typeface="宋体" pitchFamily="2" charset="-122"/>
                <a:ea typeface="宋体" pitchFamily="2" charset="-122"/>
              </a:rPr>
              <a:t> </a:t>
            </a:r>
            <a:r>
              <a:rPr lang="en-US" altLang="zh-CN" sz="4400" b="0" dirty="0" smtClean="0">
                <a:latin typeface="宋体" pitchFamily="2" charset="-122"/>
                <a:ea typeface="宋体" pitchFamily="2" charset="-122"/>
              </a:rPr>
              <a:t>      </a:t>
            </a:r>
            <a:endParaRPr lang="zh-CN" altLang="en-US" sz="4400" b="0" dirty="0">
              <a:latin typeface="宋体" pitchFamily="2" charset="-122"/>
              <a:ea typeface="宋体" pitchFamily="2" charset="-122"/>
            </a:endParaRPr>
          </a:p>
        </p:txBody>
      </p:sp>
    </p:spTree>
    <p:extLst>
      <p:ext uri="{BB962C8B-B14F-4D97-AF65-F5344CB8AC3E}">
        <p14:creationId xmlns:p14="http://schemas.microsoft.com/office/powerpoint/2010/main" val="3476333830"/>
      </p:ext>
    </p:extLst>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timing>
    <p:tnLst>
      <p:par>
        <p:cTn id="1" dur="indefinite" restart="never" nodeType="tmRoot"/>
      </p:par>
    </p:tnLst>
  </p:timing>
</p:sld>
</file>

<file path=ppt/theme/theme1.xml><?xml version="1.0" encoding="utf-8"?>
<a:theme xmlns:a="http://schemas.openxmlformats.org/drawingml/2006/main" name="275TGp_biz_light">
  <a:themeElements>
    <a:clrScheme name="275TGp_biz_light 1">
      <a:dk1>
        <a:srgbClr val="2A4C41"/>
      </a:dk1>
      <a:lt1>
        <a:srgbClr val="FFFFFF"/>
      </a:lt1>
      <a:dk2>
        <a:srgbClr val="000000"/>
      </a:dk2>
      <a:lt2>
        <a:srgbClr val="DDDDDD"/>
      </a:lt2>
      <a:accent1>
        <a:srgbClr val="1D518D"/>
      </a:accent1>
      <a:accent2>
        <a:srgbClr val="0099CB"/>
      </a:accent2>
      <a:accent3>
        <a:srgbClr val="FFFFFF"/>
      </a:accent3>
      <a:accent4>
        <a:srgbClr val="224036"/>
      </a:accent4>
      <a:accent5>
        <a:srgbClr val="ABB3C5"/>
      </a:accent5>
      <a:accent6>
        <a:srgbClr val="008AB8"/>
      </a:accent6>
      <a:hlink>
        <a:srgbClr val="00CCFF"/>
      </a:hlink>
      <a:folHlink>
        <a:srgbClr val="749BD4"/>
      </a:folHlink>
    </a:clrScheme>
    <a:fontScheme name="275TGp_biz_light">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r" defTabSz="914400" rtl="0" eaLnBrk="1" fontAlgn="base" latinLnBrk="0" hangingPunct="1">
          <a:lnSpc>
            <a:spcPct val="100000"/>
          </a:lnSpc>
          <a:spcBef>
            <a:spcPct val="0"/>
          </a:spcBef>
          <a:spcAft>
            <a:spcPct val="0"/>
          </a:spcAft>
          <a:buClrTx/>
          <a:buSzTx/>
          <a:buFontTx/>
          <a:buNone/>
          <a:defRPr kumimoji="0" lang="ko-KR" altLang="en-US" sz="1800" b="0" i="0" u="none" strike="noStrike" cap="none" normalizeH="0" baseline="0" smtClean="0">
            <a:ln>
              <a:noFill/>
            </a:ln>
            <a:solidFill>
              <a:schemeClr val="tx1"/>
            </a:solidFill>
            <a:effectLst/>
            <a:latin typeface="Arial" panose="020B0604020202020204" pitchFamily="34" charset="0"/>
            <a:ea typeface="Gulim" panose="020B0600000101010101" pitchFamily="34" charset="-127"/>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r" defTabSz="914400" rtl="0" eaLnBrk="1" fontAlgn="base" latinLnBrk="0" hangingPunct="1">
          <a:lnSpc>
            <a:spcPct val="100000"/>
          </a:lnSpc>
          <a:spcBef>
            <a:spcPct val="0"/>
          </a:spcBef>
          <a:spcAft>
            <a:spcPct val="0"/>
          </a:spcAft>
          <a:buClrTx/>
          <a:buSzTx/>
          <a:buFontTx/>
          <a:buNone/>
          <a:defRPr kumimoji="0" lang="ko-KR" altLang="en-US" sz="1800" b="0" i="0" u="none" strike="noStrike" cap="none" normalizeH="0" baseline="0" smtClean="0">
            <a:ln>
              <a:noFill/>
            </a:ln>
            <a:solidFill>
              <a:schemeClr val="tx1"/>
            </a:solidFill>
            <a:effectLst/>
            <a:latin typeface="Arial" panose="020B0604020202020204" pitchFamily="34" charset="0"/>
            <a:ea typeface="Gulim" panose="020B0600000101010101" pitchFamily="34" charset="-127"/>
          </a:defRPr>
        </a:defPPr>
      </a:lstStyle>
    </a:lnDef>
  </a:objectDefaults>
  <a:extraClrSchemeLst>
    <a:extraClrScheme>
      <a:clrScheme name="275TGp_biz_light 1">
        <a:dk1>
          <a:srgbClr val="2A4C41"/>
        </a:dk1>
        <a:lt1>
          <a:srgbClr val="FFFFFF"/>
        </a:lt1>
        <a:dk2>
          <a:srgbClr val="000000"/>
        </a:dk2>
        <a:lt2>
          <a:srgbClr val="DDDDDD"/>
        </a:lt2>
        <a:accent1>
          <a:srgbClr val="1D518D"/>
        </a:accent1>
        <a:accent2>
          <a:srgbClr val="0099CB"/>
        </a:accent2>
        <a:accent3>
          <a:srgbClr val="FFFFFF"/>
        </a:accent3>
        <a:accent4>
          <a:srgbClr val="224036"/>
        </a:accent4>
        <a:accent5>
          <a:srgbClr val="ABB3C5"/>
        </a:accent5>
        <a:accent6>
          <a:srgbClr val="008AB8"/>
        </a:accent6>
        <a:hlink>
          <a:srgbClr val="00CCFF"/>
        </a:hlink>
        <a:folHlink>
          <a:srgbClr val="749BD4"/>
        </a:folHlink>
      </a:clrScheme>
      <a:clrMap bg1="lt1" tx1="dk1" bg2="lt2" tx2="dk2" accent1="accent1" accent2="accent2" accent3="accent3" accent4="accent4" accent5="accent5" accent6="accent6" hlink="hlink" folHlink="folHlink"/>
    </a:extraClrScheme>
    <a:extraClrScheme>
      <a:clrScheme name="275TGp_biz_light 2">
        <a:dk1>
          <a:srgbClr val="2A4C41"/>
        </a:dk1>
        <a:lt1>
          <a:srgbClr val="FFFFFF"/>
        </a:lt1>
        <a:dk2>
          <a:srgbClr val="000000"/>
        </a:dk2>
        <a:lt2>
          <a:srgbClr val="DDDDDD"/>
        </a:lt2>
        <a:accent1>
          <a:srgbClr val="7E784E"/>
        </a:accent1>
        <a:accent2>
          <a:srgbClr val="989780"/>
        </a:accent2>
        <a:accent3>
          <a:srgbClr val="FFFFFF"/>
        </a:accent3>
        <a:accent4>
          <a:srgbClr val="224036"/>
        </a:accent4>
        <a:accent5>
          <a:srgbClr val="C0BEB2"/>
        </a:accent5>
        <a:accent6>
          <a:srgbClr val="898873"/>
        </a:accent6>
        <a:hlink>
          <a:srgbClr val="BEBA9C"/>
        </a:hlink>
        <a:folHlink>
          <a:srgbClr val="94A1B4"/>
        </a:folHlink>
      </a:clrScheme>
      <a:clrMap bg1="lt1" tx1="dk1" bg2="lt2" tx2="dk2" accent1="accent1" accent2="accent2" accent3="accent3" accent4="accent4" accent5="accent5" accent6="accent6" hlink="hlink" folHlink="folHlink"/>
    </a:extraClrScheme>
    <a:extraClrScheme>
      <a:clrScheme name="275TGp_biz_light 3">
        <a:dk1>
          <a:srgbClr val="2A4C41"/>
        </a:dk1>
        <a:lt1>
          <a:srgbClr val="FFFFFF"/>
        </a:lt1>
        <a:dk2>
          <a:srgbClr val="000000"/>
        </a:dk2>
        <a:lt2>
          <a:srgbClr val="DDDDDD"/>
        </a:lt2>
        <a:accent1>
          <a:srgbClr val="285F6A"/>
        </a:accent1>
        <a:accent2>
          <a:srgbClr val="419DAF"/>
        </a:accent2>
        <a:accent3>
          <a:srgbClr val="FFFFFF"/>
        </a:accent3>
        <a:accent4>
          <a:srgbClr val="224036"/>
        </a:accent4>
        <a:accent5>
          <a:srgbClr val="ACB6B9"/>
        </a:accent5>
        <a:accent6>
          <a:srgbClr val="3A8E9E"/>
        </a:accent6>
        <a:hlink>
          <a:srgbClr val="34C1D0"/>
        </a:hlink>
        <a:folHlink>
          <a:srgbClr val="749BD4"/>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239</TotalTime>
  <Words>860</Words>
  <Application>Microsoft Office PowerPoint</Application>
  <PresentationFormat>全屏显示(4:3)</PresentationFormat>
  <Paragraphs>181</Paragraphs>
  <Slides>24</Slides>
  <Notes>0</Notes>
  <HiddenSlides>0</HiddenSlides>
  <MMClips>0</MMClips>
  <ScaleCrop>false</ScaleCrop>
  <HeadingPairs>
    <vt:vector size="8" baseType="variant">
      <vt:variant>
        <vt:lpstr>已用的字体</vt:lpstr>
      </vt:variant>
      <vt:variant>
        <vt:i4>10</vt:i4>
      </vt:variant>
      <vt:variant>
        <vt:lpstr>主题</vt:lpstr>
      </vt:variant>
      <vt:variant>
        <vt:i4>1</vt:i4>
      </vt:variant>
      <vt:variant>
        <vt:lpstr>嵌入 OLE 服务器</vt:lpstr>
      </vt:variant>
      <vt:variant>
        <vt:i4>1</vt:i4>
      </vt:variant>
      <vt:variant>
        <vt:lpstr>幻灯片标题</vt:lpstr>
      </vt:variant>
      <vt:variant>
        <vt:i4>24</vt:i4>
      </vt:variant>
    </vt:vector>
  </HeadingPairs>
  <TitlesOfParts>
    <vt:vector size="36" baseType="lpstr">
      <vt:lpstr>Arial</vt:lpstr>
      <vt:lpstr>宋体</vt:lpstr>
      <vt:lpstr>Wingdings</vt:lpstr>
      <vt:lpstr>等线</vt:lpstr>
      <vt:lpstr>Gulim</vt:lpstr>
      <vt:lpstr>楷体_GB2312</vt:lpstr>
      <vt:lpstr>Verdana</vt:lpstr>
      <vt:lpstr>黑体</vt:lpstr>
      <vt:lpstr>Times New Roman</vt:lpstr>
      <vt:lpstr>隶书</vt:lpstr>
      <vt:lpstr>275TGp_biz_light</vt:lpstr>
      <vt:lpstr>MS_ClipArt_Gallery.2</vt:lpstr>
      <vt:lpstr>数据库原理与应用 （第3版）</vt:lpstr>
      <vt:lpstr>第1章 数据库概述</vt:lpstr>
      <vt:lpstr>1.1 数据管理的发展</vt:lpstr>
      <vt:lpstr>1.1.1 文件管理</vt:lpstr>
      <vt:lpstr>文件管理系统的缺点 </vt:lpstr>
      <vt:lpstr>1.1.2 数据库管理</vt:lpstr>
      <vt:lpstr>常用RDBMS</vt:lpstr>
      <vt:lpstr>数据库管理系统的优点 </vt:lpstr>
      <vt:lpstr>相互关联的数据的集合</vt:lpstr>
      <vt:lpstr>较少的数据冗余 </vt:lpstr>
      <vt:lpstr>数据具有较高的独立性</vt:lpstr>
      <vt:lpstr>保证数据的安全、可靠</vt:lpstr>
      <vt:lpstr>最大限度地保证数据的正确性</vt:lpstr>
      <vt:lpstr>数据可并发使用并能保证数据的一致性</vt:lpstr>
      <vt:lpstr>并发操作示例</vt:lpstr>
      <vt:lpstr>1.2 数据独立性</vt:lpstr>
      <vt:lpstr>1.3 数据库系统DBS的组成 </vt:lpstr>
      <vt:lpstr>PowerPoint 演示文稿</vt:lpstr>
      <vt:lpstr>1.4 数据库应用结构</vt:lpstr>
      <vt:lpstr>1.4.1 集中式应用结构 </vt:lpstr>
      <vt:lpstr>1.4.2 文件服务器结构 </vt:lpstr>
      <vt:lpstr>1.4.3 客户/服务器结构（C/S） </vt:lpstr>
      <vt:lpstr>1.4 互联网应用结构（B/S） </vt:lpstr>
      <vt:lpstr>本周课后作业</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数据库原理与应用 （第3版）</dc:title>
  <dc:creator/>
  <cp:lastModifiedBy>1111</cp:lastModifiedBy>
  <cp:revision>27</cp:revision>
  <dcterms:created xsi:type="dcterms:W3CDTF">2001-07-18T23:57:00Z</dcterms:created>
  <dcterms:modified xsi:type="dcterms:W3CDTF">2023-09-19T09:54:36Z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F59533BBA9DD42A48DD465669C8401B2</vt:lpwstr>
  </property>
  <property fmtid="{D5CDD505-2E9C-101B-9397-08002B2CF9AE}" pid="3" name="KSOProductBuildVer">
    <vt:lpwstr>2052-11.1.0.10356</vt:lpwstr>
  </property>
</Properties>
</file>